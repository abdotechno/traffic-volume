
<file path=[Content_Types].xml><?xml version="1.0" encoding="utf-8"?>
<Types xmlns="http://schemas.openxmlformats.org/package/2006/content-types">
  <Default Extension="gif" ContentType="image/gif"/>
  <Default Extension="glb" ContentType="model/gltf.binary"/>
  <Default Extension="jpg" ContentType="image/jpeg"/>
  <Default Extension="png" ContentType="image/png"/>
  <Default Extension="rels" ContentType="application/vnd.openxmlformats-package.relationships+xml"/>
  <Default Extension="svg" ContentType="image/svg+xml"/>
  <Default Extension="xlsx" ContentType="application/vnd.openxmlformats-officedocument.spreadsheetml.sheet"/>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Masters/slideMaster2.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ppt/slideLayouts/slideLayout13.xml" ContentType="application/vnd.openxmlformats-officedocument.presentationml.slideLayout+xml"/>
  <Override PartName="/ppt/slideLayouts/slideLayout14.xml" ContentType="application/vnd.openxmlformats-officedocument.presentationml.slideLayout+xml"/>
  <Override PartName="/ppt/slideLayouts/slideLayout15.xml" ContentType="application/vnd.openxmlformats-officedocument.presentationml.slideLayout+xml"/>
  <Override PartName="/ppt/slideLayouts/slideLayout16.xml" ContentType="application/vnd.openxmlformats-officedocument.presentationml.slideLayout+xml"/>
  <Override PartName="/ppt/slideLayouts/slideLayout17.xml" ContentType="application/vnd.openxmlformats-officedocument.presentationml.slideLayout+xml"/>
  <Override PartName="/ppt/slideLayouts/slideLayout18.xml" ContentType="application/vnd.openxmlformats-officedocument.presentationml.slideLayout+xml"/>
  <Override PartName="/ppt/slideLayouts/slideLayout19.xml" ContentType="application/vnd.openxmlformats-officedocument.presentationml.slideLayout+xml"/>
  <Override PartName="/ppt/slideLayouts/slideLayout20.xml" ContentType="application/vnd.openxmlformats-officedocument.presentationml.slideLayout+xml"/>
  <Override PartName="/ppt/slideLayouts/slideLayout21.xml" ContentType="application/vnd.openxmlformats-officedocument.presentationml.slideLayout+xml"/>
  <Override PartName="/ppt/slideLayouts/slideLayout22.xml" ContentType="application/vnd.openxmlformats-officedocument.presentationml.slideLayout+xml"/>
  <Override PartName="/ppt/slideLayouts/slideLayout23.xml" ContentType="application/vnd.openxmlformats-officedocument.presentationml.slideLayout+xml"/>
  <Override PartName="/ppt/slideLayouts/slideLayout24.xml" ContentType="application/vnd.openxmlformats-officedocument.presentationml.slideLayout+xml"/>
  <Override PartName="/ppt/slideLayouts/slideLayout25.xml" ContentType="application/vnd.openxmlformats-officedocument.presentationml.slideLayout+xml"/>
  <Override PartName="/ppt/slideLayouts/slideLayout26.xml" ContentType="application/vnd.openxmlformats-officedocument.presentationml.slideLayout+xml"/>
  <Override PartName="/ppt/slideLayouts/slideLayout27.xml" ContentType="application/vnd.openxmlformats-officedocument.presentationml.slideLayout+xml"/>
  <Override PartName="/ppt/slideLayouts/slideLayout28.xml" ContentType="application/vnd.openxmlformats-officedocument.presentationml.slideLayout+xml"/>
  <Override PartName="/ppt/slideLayouts/slideLayout29.xml" ContentType="application/vnd.openxmlformats-officedocument.presentationml.slideLayout+xml"/>
  <Override PartName="/ppt/theme/theme2.xml" ContentType="application/vnd.openxmlformats-officedocument.theme+xml"/>
  <Override PartName="/ppt/theme/theme3.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charts/chart1.xml" ContentType="application/vnd.openxmlformats-officedocument.drawingml.chart+xml"/>
  <Override PartName="/ppt/notesSlides/notesSlide9.xml" ContentType="application/vnd.openxmlformats-officedocument.presentationml.notesSlide+xml"/>
  <Override PartName="/ppt/charts/chart2.xml" ContentType="application/vnd.openxmlformats-officedocument.drawingml.chart+xml"/>
  <Override PartName="/ppt/charts/chart3.xml" ContentType="application/vnd.openxmlformats-officedocument.drawingml.chart+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charts/chart4.xml" ContentType="application/vnd.openxmlformats-officedocument.drawingml.chart+xml"/>
  <Override PartName="/ppt/notesSlides/notesSlide13.xml" ContentType="application/vnd.openxmlformats-officedocument.presentationml.notesSlide+xml"/>
  <Override PartName="/ppt/charts/chart5.xml" ContentType="application/vnd.openxmlformats-officedocument.drawingml.chart+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notesSlides/notesSlide18.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officeDocument/2006/relationships/extended-properties" Target="docProps/app.xml"/><Relationship Id="rId2" Type="http://schemas.openxmlformats.org/package/2006/relationships/metadata/core-properties" Target="docProps/core.xml"/><Relationship Id="rId1" Type="http://schemas.openxmlformats.org/officeDocument/2006/relationships/officeDocument" Target="ppt/presentation.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 id="2147483650" r:id="rId2"/>
  </p:sldMasterIdLst>
  <p:notesMasterIdLst>
    <p:notesMasterId r:id="rId21"/>
  </p:notesMasterIdLst>
  <p:sldIdLst>
    <p:sldId id="256" r:id="rId3"/>
    <p:sldId id="275" r:id="rId4"/>
    <p:sldId id="257" r:id="rId5"/>
    <p:sldId id="258" r:id="rId6"/>
    <p:sldId id="259" r:id="rId7"/>
    <p:sldId id="260" r:id="rId8"/>
    <p:sldId id="261" r:id="rId9"/>
    <p:sldId id="262" r:id="rId10"/>
    <p:sldId id="263" r:id="rId11"/>
    <p:sldId id="264" r:id="rId12"/>
    <p:sldId id="265" r:id="rId13"/>
    <p:sldId id="266" r:id="rId14"/>
    <p:sldId id="267" r:id="rId15"/>
    <p:sldId id="268" r:id="rId16"/>
    <p:sldId id="269" r:id="rId17"/>
    <p:sldId id="270" r:id="rId18"/>
    <p:sldId id="271" r:id="rId19"/>
    <p:sldId id="272" r:id="rId20"/>
  </p:sldIdLst>
  <p:sldSz cx="12192000" cy="6858000"/>
  <p:notesSz cx="6858000" cy="12192000"/>
  <p:defaultTex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clrMru>
    <a:srgbClr val="193EB0"/>
  </p:clrMru>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5611"/>
    <p:restoredTop sz="94610"/>
  </p:normalViewPr>
  <p:slideViewPr>
    <p:cSldViewPr snapToGrid="0" snapToObjects="1">
      <p:cViewPr>
        <p:scale>
          <a:sx n="50" d="100"/>
          <a:sy n="50" d="100"/>
        </p:scale>
        <p:origin x="1186" y="902"/>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8" Type="http://schemas.openxmlformats.org/officeDocument/2006/relationships/slide" Target="slides/slide6.xml"/><Relationship Id="rId13" Type="http://schemas.openxmlformats.org/officeDocument/2006/relationships/slide" Target="slides/slide11.xml"/><Relationship Id="rId18" Type="http://schemas.openxmlformats.org/officeDocument/2006/relationships/slide" Target="slides/slide16.xml"/><Relationship Id="rId3" Type="http://schemas.openxmlformats.org/officeDocument/2006/relationships/slide" Target="slides/slide1.xml"/><Relationship Id="rId21" Type="http://schemas.openxmlformats.org/officeDocument/2006/relationships/notesMaster" Target="notesMasters/notesMaster1.xml"/><Relationship Id="rId7" Type="http://schemas.openxmlformats.org/officeDocument/2006/relationships/slide" Target="slides/slide5.xml"/><Relationship Id="rId12" Type="http://schemas.openxmlformats.org/officeDocument/2006/relationships/slide" Target="slides/slide10.xml"/><Relationship Id="rId17" Type="http://schemas.openxmlformats.org/officeDocument/2006/relationships/slide" Target="slides/slide15.xml"/><Relationship Id="rId25" Type="http://schemas.openxmlformats.org/officeDocument/2006/relationships/tableStyles" Target="tableStyles.xml"/><Relationship Id="rId2" Type="http://schemas.openxmlformats.org/officeDocument/2006/relationships/slideMaster" Target="slideMasters/slideMaster2.xml"/><Relationship Id="rId16" Type="http://schemas.openxmlformats.org/officeDocument/2006/relationships/slide" Target="slides/slide14.xml"/><Relationship Id="rId20" Type="http://schemas.openxmlformats.org/officeDocument/2006/relationships/slide" Target="slides/slide18.xml"/><Relationship Id="rId1" Type="http://schemas.openxmlformats.org/officeDocument/2006/relationships/slideMaster" Target="slideMasters/slideMaster1.xml"/><Relationship Id="rId6" Type="http://schemas.openxmlformats.org/officeDocument/2006/relationships/slide" Target="slides/slide4.xml"/><Relationship Id="rId11" Type="http://schemas.openxmlformats.org/officeDocument/2006/relationships/slide" Target="slides/slide9.xml"/><Relationship Id="rId24" Type="http://schemas.openxmlformats.org/officeDocument/2006/relationships/theme" Target="theme/theme1.xml"/><Relationship Id="rId5" Type="http://schemas.openxmlformats.org/officeDocument/2006/relationships/slide" Target="slides/slide3.xml"/><Relationship Id="rId15" Type="http://schemas.openxmlformats.org/officeDocument/2006/relationships/slide" Target="slides/slide13.xml"/><Relationship Id="rId23" Type="http://schemas.openxmlformats.org/officeDocument/2006/relationships/viewProps" Target="viewProps.xml"/><Relationship Id="rId10" Type="http://schemas.openxmlformats.org/officeDocument/2006/relationships/slide" Target="slides/slide8.xml"/><Relationship Id="rId19" Type="http://schemas.openxmlformats.org/officeDocument/2006/relationships/slide" Target="slides/slide17.xml"/><Relationship Id="rId4" Type="http://schemas.openxmlformats.org/officeDocument/2006/relationships/slide" Target="slides/slide2.xml"/><Relationship Id="rId9" Type="http://schemas.openxmlformats.org/officeDocument/2006/relationships/slide" Target="slides/slide7.xml"/><Relationship Id="rId14" Type="http://schemas.openxmlformats.org/officeDocument/2006/relationships/slide" Target="slides/slide12.xml"/><Relationship Id="rId22" Type="http://schemas.openxmlformats.org/officeDocument/2006/relationships/presProps" Target="presProps.xml"/></Relationships>
</file>

<file path=ppt/charts/_rels/chart1.xml.rels><?xml version="1.0" encoding="UTF-8" standalone="yes"?>
<Relationships xmlns="http://schemas.openxmlformats.org/package/2006/relationships"><Relationship Id="rId1" Type="http://schemas.openxmlformats.org/officeDocument/2006/relationships/package" Target="../embeddings/Microsoft_Excel_Worksheet.xlsx"/></Relationships>
</file>

<file path=ppt/charts/_rels/chart2.xml.rels><?xml version="1.0" encoding="UTF-8" standalone="yes"?>
<Relationships xmlns="http://schemas.openxmlformats.org/package/2006/relationships"><Relationship Id="rId1" Type="http://schemas.openxmlformats.org/officeDocument/2006/relationships/package" Target="../embeddings/Microsoft_Excel_Worksheet1.xlsx"/></Relationships>
</file>

<file path=ppt/charts/_rels/chart3.xml.rels><?xml version="1.0" encoding="UTF-8" standalone="yes"?>
<Relationships xmlns="http://schemas.openxmlformats.org/package/2006/relationships"><Relationship Id="rId1" Type="http://schemas.openxmlformats.org/officeDocument/2006/relationships/package" Target="../embeddings/Microsoft_Excel_Worksheet2.xlsx"/></Relationships>
</file>

<file path=ppt/charts/_rels/chart4.xml.rels><?xml version="1.0" encoding="UTF-8" standalone="yes"?>
<Relationships xmlns="http://schemas.openxmlformats.org/package/2006/relationships"><Relationship Id="rId1" Type="http://schemas.openxmlformats.org/officeDocument/2006/relationships/package" Target="../embeddings/Microsoft_Excel_Worksheet3.xlsx"/></Relationships>
</file>

<file path=ppt/charts/_rels/chart5.xml.rels><?xml version="1.0" encoding="UTF-8" standalone="yes"?>
<Relationships xmlns="http://schemas.openxmlformats.org/package/2006/relationships"><Relationship Id="rId1" Type="http://schemas.openxmlformats.org/officeDocument/2006/relationships/package" Target="../embeddings/Microsoft_Excel_Worksheet4.xlsx"/></Relationships>
</file>

<file path=ppt/charts/chart1.xml><?xml version="1.0" encoding="utf-8"?>
<c:chartSpace xmlns:c="http://schemas.openxmlformats.org/drawingml/2006/chart" xmlns:a="http://schemas.openxmlformats.org/drawingml/2006/main" xmlns:r="http://schemas.openxmlformats.org/officeDocument/2006/relationships" xmlns:c16r2="http://schemas.microsoft.com/office/drawing/2015/06/chart">
  <c:date1904 val="0"/>
  <c:lang val="en-US"/>
  <c:roundedCorners val="1"/>
  <c:style val="2"/>
  <c:chart>
    <c:title>
      <c:tx>
        <c:rich>
          <a:bodyPr/>
          <a:lstStyle/>
          <a:p>
            <a:pPr>
              <a:defRPr sz="1200" b="0" i="0" u="none" strike="noStrike">
                <a:solidFill>
                  <a:srgbClr val="1C1C1C"/>
                </a:solidFill>
                <a:latin typeface="Arial"/>
              </a:defRPr>
            </a:pPr>
            <a:r>
              <a:rPr lang="en-US" sz="1200" b="0" i="0" u="none" strike="noStrike">
                <a:solidFill>
                  <a:srgbClr val="1C1C1C"/>
                </a:solidFill>
                <a:latin typeface="Arial"/>
              </a:rPr>
              <a:t>Average Traffic Volume by Hour (measured)</a:t>
            </a:r>
          </a:p>
        </c:rich>
      </c:tx>
      <c:overlay val="0"/>
    </c:title>
    <c:autoTitleDeleted val="0"/>
    <c:plotArea>
      <c:layout/>
      <c:lineChart>
        <c:grouping val="standard"/>
        <c:varyColors val="0"/>
        <c:ser>
          <c:idx val="0"/>
          <c:order val="0"/>
          <c:tx>
            <c:strRef>
              <c:f>Sheet1!$B$1</c:f>
              <c:strCache>
                <c:ptCount val="1"/>
                <c:pt idx="0">
                  <c:v>Avg. Volume</c:v>
                </c:pt>
              </c:strCache>
            </c:strRef>
          </c:tx>
          <c:spPr>
            <a:ln w="31750" cap="flat">
              <a:solidFill>
                <a:srgbClr val="193EB0"/>
              </a:solidFill>
              <a:prstDash val="solid"/>
              <a:round/>
            </a:ln>
            <a:effectLst/>
          </c:spPr>
          <c:marker>
            <c:symbol val="none"/>
          </c:marker>
          <c:cat>
            <c:strRef>
              <c:f>Sheet1!$A$2:$A$25</c:f>
              <c:strCache>
                <c:ptCount val="24"/>
                <c:pt idx="0">
                  <c:v>0</c:v>
                </c:pt>
                <c:pt idx="1">
                  <c:v>1</c:v>
                </c:pt>
                <c:pt idx="2">
                  <c:v>2</c:v>
                </c:pt>
                <c:pt idx="3">
                  <c:v>3</c:v>
                </c:pt>
                <c:pt idx="4">
                  <c:v>4</c:v>
                </c:pt>
                <c:pt idx="5">
                  <c:v>5</c:v>
                </c:pt>
                <c:pt idx="6">
                  <c:v>6</c:v>
                </c:pt>
                <c:pt idx="7">
                  <c:v>7</c:v>
                </c:pt>
                <c:pt idx="8">
                  <c:v>8</c:v>
                </c:pt>
                <c:pt idx="9">
                  <c:v>9</c:v>
                </c:pt>
                <c:pt idx="10">
                  <c:v>10</c:v>
                </c:pt>
                <c:pt idx="11">
                  <c:v>11</c:v>
                </c:pt>
                <c:pt idx="12">
                  <c:v>12</c:v>
                </c:pt>
                <c:pt idx="13">
                  <c:v>13</c:v>
                </c:pt>
                <c:pt idx="14">
                  <c:v>14</c:v>
                </c:pt>
                <c:pt idx="15">
                  <c:v>15</c:v>
                </c:pt>
                <c:pt idx="16">
                  <c:v>16</c:v>
                </c:pt>
                <c:pt idx="17">
                  <c:v>17</c:v>
                </c:pt>
                <c:pt idx="18">
                  <c:v>18</c:v>
                </c:pt>
                <c:pt idx="19">
                  <c:v>19</c:v>
                </c:pt>
                <c:pt idx="20">
                  <c:v>20</c:v>
                </c:pt>
                <c:pt idx="21">
                  <c:v>21</c:v>
                </c:pt>
                <c:pt idx="22">
                  <c:v>22</c:v>
                </c:pt>
                <c:pt idx="23">
                  <c:v>23</c:v>
                </c:pt>
              </c:strCache>
            </c:strRef>
          </c:cat>
          <c:val>
            <c:numRef>
              <c:f>Sheet1!$B$2:$B$25</c:f>
              <c:numCache>
                <c:formatCode>General</c:formatCode>
                <c:ptCount val="24"/>
                <c:pt idx="0">
                  <c:v>844.9</c:v>
                </c:pt>
                <c:pt idx="1">
                  <c:v>521.29999999999995</c:v>
                </c:pt>
                <c:pt idx="2">
                  <c:v>392.6</c:v>
                </c:pt>
                <c:pt idx="3">
                  <c:v>373.3</c:v>
                </c:pt>
                <c:pt idx="4">
                  <c:v>701.5</c:v>
                </c:pt>
                <c:pt idx="5">
                  <c:v>2104.4</c:v>
                </c:pt>
                <c:pt idx="6">
                  <c:v>4173.5</c:v>
                </c:pt>
                <c:pt idx="7">
                  <c:v>4772.1000000000004</c:v>
                </c:pt>
                <c:pt idx="8">
                  <c:v>4595.3</c:v>
                </c:pt>
                <c:pt idx="9">
                  <c:v>4394.8</c:v>
                </c:pt>
                <c:pt idx="10">
                  <c:v>4204.8999999999996</c:v>
                </c:pt>
                <c:pt idx="11">
                  <c:v>4498.5</c:v>
                </c:pt>
                <c:pt idx="12">
                  <c:v>4739.1000000000004</c:v>
                </c:pt>
                <c:pt idx="13">
                  <c:v>4741.6000000000004</c:v>
                </c:pt>
                <c:pt idx="14">
                  <c:v>4957</c:v>
                </c:pt>
                <c:pt idx="15">
                  <c:v>5271.7</c:v>
                </c:pt>
                <c:pt idx="16">
                  <c:v>5708.6</c:v>
                </c:pt>
                <c:pt idx="17">
                  <c:v>5350.7</c:v>
                </c:pt>
                <c:pt idx="18">
                  <c:v>4306.5</c:v>
                </c:pt>
                <c:pt idx="19">
                  <c:v>3311</c:v>
                </c:pt>
                <c:pt idx="20">
                  <c:v>2869.7</c:v>
                </c:pt>
                <c:pt idx="21">
                  <c:v>2699.4</c:v>
                </c:pt>
                <c:pt idx="22">
                  <c:v>2224.4</c:v>
                </c:pt>
                <c:pt idx="23">
                  <c:v>1490.7</c:v>
                </c:pt>
              </c:numCache>
            </c:numRef>
          </c:val>
          <c:smooth val="0"/>
          <c:extLst>
            <c:ext xmlns:c16="http://schemas.microsoft.com/office/drawing/2014/chart" uri="{C3380CC4-5D6E-409C-BE32-E72D297353CC}">
              <c16:uniqueId val="{00000000-E744-4A0E-A087-1BCEE32A9692}"/>
            </c:ext>
          </c:extLst>
        </c:ser>
        <c:dLbls>
          <c:showLegendKey val="0"/>
          <c:showVal val="0"/>
          <c:showCatName val="0"/>
          <c:showSerName val="0"/>
          <c:showPercent val="0"/>
          <c:showBubbleSize val="0"/>
        </c:dLbls>
        <c:smooth val="0"/>
        <c:axId val="2094734554"/>
        <c:axId val="2094734552"/>
      </c:lineChart>
      <c:catAx>
        <c:axId val="2094734554"/>
        <c:scaling>
          <c:orientation val="minMax"/>
        </c:scaling>
        <c:delete val="0"/>
        <c:axPos val="b"/>
        <c:title>
          <c:tx>
            <c:rich>
              <a:bodyPr/>
              <a:lstStyle/>
              <a:p>
                <a:pPr>
                  <a:defRPr sz="900" b="0" i="0" u="none" strike="noStrike">
                    <a:solidFill>
                      <a:srgbClr val="7F7F7F"/>
                    </a:solidFill>
                    <a:latin typeface="Arial"/>
                  </a:defRPr>
                </a:pPr>
                <a:r>
                  <a:rPr lang="en-US" sz="900" b="0" i="0" u="none" strike="noStrike">
                    <a:solidFill>
                      <a:srgbClr val="7F7F7F"/>
                    </a:solidFill>
                    <a:latin typeface="Arial"/>
                  </a:rPr>
                  <a:t>Hour of day</a:t>
                </a:r>
              </a:p>
            </c:rich>
          </c:tx>
          <c:overlay val="0"/>
        </c:title>
        <c:numFmt formatCode="General" sourceLinked="1"/>
        <c:majorTickMark val="out"/>
        <c:minorTickMark val="none"/>
        <c:tickLblPos val="low"/>
        <c:spPr>
          <a:ln w="12700" cap="flat">
            <a:solidFill>
              <a:srgbClr val="888888"/>
            </a:solidFill>
            <a:prstDash val="solid"/>
            <a:round/>
          </a:ln>
        </c:spPr>
        <c:txPr>
          <a:bodyPr/>
          <a:lstStyle/>
          <a:p>
            <a:pPr>
              <a:defRPr sz="800" b="0" i="0" u="none" strike="noStrike">
                <a:solidFill>
                  <a:srgbClr val="7F7F7F"/>
                </a:solidFill>
                <a:latin typeface="Arial"/>
              </a:defRPr>
            </a:pPr>
            <a:endParaRPr lang="en-US"/>
          </a:p>
        </c:txPr>
        <c:crossAx val="2094734552"/>
        <c:crosses val="autoZero"/>
        <c:auto val="1"/>
        <c:lblAlgn val="ctr"/>
        <c:lblOffset val="100"/>
        <c:noMultiLvlLbl val="1"/>
      </c:catAx>
      <c:valAx>
        <c:axId val="2094734552"/>
        <c:scaling>
          <c:orientation val="minMax"/>
        </c:scaling>
        <c:delete val="0"/>
        <c:axPos val="l"/>
        <c:majorGridlines>
          <c:spPr>
            <a:ln w="12700" cap="flat">
              <a:solidFill>
                <a:srgbClr val="EDEDED"/>
              </a:solidFill>
              <a:prstDash val="solid"/>
              <a:round/>
            </a:ln>
          </c:spPr>
        </c:majorGridlines>
        <c:title>
          <c:tx>
            <c:rich>
              <a:bodyPr/>
              <a:lstStyle/>
              <a:p>
                <a:pPr>
                  <a:defRPr sz="900" b="0" i="0" u="none" strike="noStrike">
                    <a:solidFill>
                      <a:srgbClr val="7F7F7F"/>
                    </a:solidFill>
                    <a:latin typeface="Arial"/>
                  </a:defRPr>
                </a:pPr>
                <a:r>
                  <a:rPr lang="en-US" sz="900" b="0" i="0" u="none" strike="noStrike">
                    <a:solidFill>
                      <a:srgbClr val="7F7F7F"/>
                    </a:solidFill>
                    <a:latin typeface="Arial"/>
                  </a:rPr>
                  <a:t>Vehicles / hour</a:t>
                </a:r>
              </a:p>
            </c:rich>
          </c:tx>
          <c:overlay val="0"/>
        </c:title>
        <c:numFmt formatCode="General" sourceLinked="0"/>
        <c:majorTickMark val="out"/>
        <c:minorTickMark val="none"/>
        <c:tickLblPos val="nextTo"/>
        <c:spPr>
          <a:ln w="12700" cap="flat">
            <a:solidFill>
              <a:srgbClr val="888888"/>
            </a:solidFill>
            <a:prstDash val="solid"/>
            <a:round/>
          </a:ln>
        </c:spPr>
        <c:txPr>
          <a:bodyPr/>
          <a:lstStyle/>
          <a:p>
            <a:pPr>
              <a:defRPr sz="800" b="0" i="0" u="none" strike="noStrike">
                <a:solidFill>
                  <a:srgbClr val="7F7F7F"/>
                </a:solidFill>
                <a:latin typeface="Arial"/>
              </a:defRPr>
            </a:pPr>
            <a:endParaRPr lang="en-US"/>
          </a:p>
        </c:txPr>
        <c:crossAx val="2094734554"/>
        <c:crosses val="autoZero"/>
        <c:crossBetween val="between"/>
      </c:valAx>
      <c:spPr>
        <a:noFill/>
        <a:ln>
          <a:noFill/>
        </a:ln>
        <a:effectLst/>
      </c:spPr>
    </c:plotArea>
    <c:plotVisOnly val="1"/>
    <c:dispBlanksAs val="span"/>
    <c:showDLblsOverMax val="1"/>
  </c:chart>
  <c:spPr>
    <a:noFill/>
    <a:ln>
      <a:noFill/>
    </a:ln>
    <a:effectLst/>
  </c:spPr>
  <c:externalData r:id="rId1">
    <c:autoUpdate val="0"/>
  </c:externalData>
</c:chartSpace>
</file>

<file path=ppt/charts/chart2.xml><?xml version="1.0" encoding="utf-8"?>
<c:chartSpace xmlns:c="http://schemas.openxmlformats.org/drawingml/2006/chart" xmlns:a="http://schemas.openxmlformats.org/drawingml/2006/main" xmlns:r="http://schemas.openxmlformats.org/officeDocument/2006/relationships" xmlns:c16r2="http://schemas.microsoft.com/office/drawing/2015/06/chart">
  <c:date1904 val="0"/>
  <c:lang val="en-US"/>
  <c:roundedCorners val="1"/>
  <c:style val="2"/>
  <c:chart>
    <c:title>
      <c:tx>
        <c:rich>
          <a:bodyPr/>
          <a:lstStyle/>
          <a:p>
            <a:pPr>
              <a:defRPr sz="1150" b="0" i="0" u="none" strike="noStrike">
                <a:solidFill>
                  <a:srgbClr val="1C1C1C"/>
                </a:solidFill>
                <a:latin typeface="Arial"/>
              </a:defRPr>
            </a:pPr>
            <a:r>
              <a:rPr lang="en-US" sz="1600" b="1" i="0" u="none" strike="noStrike" dirty="0">
                <a:solidFill>
                  <a:schemeClr val="tx1"/>
                </a:solidFill>
                <a:latin typeface="Arial"/>
              </a:rPr>
              <a:t>Avg. Volume by Weather (</a:t>
            </a:r>
            <a:r>
              <a:rPr lang="en-US" sz="1600" b="1" i="0" u="none" strike="noStrike" dirty="0" err="1">
                <a:solidFill>
                  <a:schemeClr val="tx1"/>
                </a:solidFill>
                <a:latin typeface="Arial"/>
              </a:rPr>
              <a:t>veh</a:t>
            </a:r>
            <a:r>
              <a:rPr lang="en-US" sz="1600" b="1" i="0" u="none" strike="noStrike" dirty="0">
                <a:solidFill>
                  <a:schemeClr val="tx1"/>
                </a:solidFill>
                <a:latin typeface="Arial"/>
              </a:rPr>
              <a:t>/</a:t>
            </a:r>
            <a:r>
              <a:rPr lang="en-US" sz="1600" b="1" i="0" u="none" strike="noStrike" dirty="0" err="1">
                <a:solidFill>
                  <a:schemeClr val="tx1"/>
                </a:solidFill>
                <a:latin typeface="Arial"/>
              </a:rPr>
              <a:t>hr</a:t>
            </a:r>
            <a:r>
              <a:rPr lang="en-US" sz="1600" b="1" i="0" u="none" strike="noStrike" dirty="0">
                <a:solidFill>
                  <a:schemeClr val="tx1"/>
                </a:solidFill>
                <a:latin typeface="Arial"/>
              </a:rPr>
              <a:t>)</a:t>
            </a:r>
          </a:p>
        </c:rich>
      </c:tx>
      <c:overlay val="0"/>
    </c:title>
    <c:autoTitleDeleted val="0"/>
    <c:plotArea>
      <c:layout/>
      <c:barChart>
        <c:barDir val="col"/>
        <c:grouping val="clustered"/>
        <c:varyColors val="0"/>
        <c:ser>
          <c:idx val="0"/>
          <c:order val="0"/>
          <c:tx>
            <c:strRef>
              <c:f>Sheet1!$B$1</c:f>
              <c:strCache>
                <c:ptCount val="1"/>
                <c:pt idx="0">
                  <c:v>Avg. Volume</c:v>
                </c:pt>
              </c:strCache>
            </c:strRef>
          </c:tx>
          <c:spPr>
            <a:solidFill>
              <a:srgbClr val="193EB0"/>
            </a:solidFill>
            <a:effectLst/>
          </c:spPr>
          <c:invertIfNegative val="0"/>
          <c:dLbls>
            <c:numFmt formatCode="#,##0" sourceLinked="0"/>
            <c:spPr>
              <a:noFill/>
              <a:ln>
                <a:noFill/>
              </a:ln>
              <a:effectLst/>
            </c:spPr>
            <c:txPr>
              <a:bodyPr/>
              <a:lstStyle/>
              <a:p>
                <a:pPr>
                  <a:defRPr sz="850" b="0" i="0" u="none" strike="noStrike">
                    <a:solidFill>
                      <a:srgbClr val="7F7F7F"/>
                    </a:solidFill>
                    <a:latin typeface="Arial"/>
                  </a:defRPr>
                </a:pPr>
                <a:endParaRPr lang="en-US"/>
              </a:p>
            </c:txPr>
            <c:showLegendKey val="0"/>
            <c:showVal val="1"/>
            <c:showCatName val="0"/>
            <c:showSerName val="0"/>
            <c:showPercent val="0"/>
            <c:showBubbleSize val="0"/>
            <c:showLeaderLines val="0"/>
            <c:extLst>
              <c:ext xmlns:c15="http://schemas.microsoft.com/office/drawing/2012/chart" uri="{CE6537A1-D6FC-4f65-9D91-7224C49458BB}">
                <c15:showLeaderLines val="0"/>
              </c:ext>
            </c:extLst>
          </c:dLbls>
          <c:cat>
            <c:strRef>
              <c:f>Sheet1!$A$2:$A$7</c:f>
              <c:strCache>
                <c:ptCount val="6"/>
                <c:pt idx="0">
                  <c:v>Clouds</c:v>
                </c:pt>
                <c:pt idx="1">
                  <c:v>Rain</c:v>
                </c:pt>
                <c:pt idx="2">
                  <c:v>Clear</c:v>
                </c:pt>
                <c:pt idx="3">
                  <c:v>Snow</c:v>
                </c:pt>
                <c:pt idx="4">
                  <c:v>Mist</c:v>
                </c:pt>
                <c:pt idx="5">
                  <c:v>Fog</c:v>
                </c:pt>
              </c:strCache>
            </c:strRef>
          </c:cat>
          <c:val>
            <c:numRef>
              <c:f>Sheet1!$B$2:$B$7</c:f>
              <c:numCache>
                <c:formatCode>General</c:formatCode>
                <c:ptCount val="6"/>
                <c:pt idx="0">
                  <c:v>3617</c:v>
                </c:pt>
                <c:pt idx="1">
                  <c:v>3411</c:v>
                </c:pt>
                <c:pt idx="2">
                  <c:v>3057</c:v>
                </c:pt>
                <c:pt idx="3">
                  <c:v>3012</c:v>
                </c:pt>
                <c:pt idx="4">
                  <c:v>2793</c:v>
                </c:pt>
                <c:pt idx="5">
                  <c:v>2647</c:v>
                </c:pt>
              </c:numCache>
            </c:numRef>
          </c:val>
          <c:extLst>
            <c:ext xmlns:c16="http://schemas.microsoft.com/office/drawing/2014/chart" uri="{C3380CC4-5D6E-409C-BE32-E72D297353CC}">
              <c16:uniqueId val="{00000000-2337-4E74-857F-C775D590A640}"/>
            </c:ext>
          </c:extLst>
        </c:ser>
        <c:dLbls>
          <c:showLegendKey val="0"/>
          <c:showVal val="1"/>
          <c:showCatName val="0"/>
          <c:showSerName val="0"/>
          <c:showPercent val="0"/>
          <c:showBubbleSize val="0"/>
        </c:dLbls>
        <c:gapWidth val="40"/>
        <c:axId val="2094734554"/>
        <c:axId val="2094734552"/>
      </c:barChart>
      <c:catAx>
        <c:axId val="2094734554"/>
        <c:scaling>
          <c:orientation val="minMax"/>
        </c:scaling>
        <c:delete val="0"/>
        <c:axPos val="b"/>
        <c:numFmt formatCode="General" sourceLinked="1"/>
        <c:majorTickMark val="out"/>
        <c:minorTickMark val="none"/>
        <c:tickLblPos val="low"/>
        <c:spPr>
          <a:ln w="12700" cap="flat">
            <a:solidFill>
              <a:srgbClr val="888888"/>
            </a:solidFill>
            <a:prstDash val="solid"/>
            <a:round/>
          </a:ln>
        </c:spPr>
        <c:txPr>
          <a:bodyPr/>
          <a:lstStyle/>
          <a:p>
            <a:pPr>
              <a:defRPr sz="900" b="0" i="0" u="none" strike="noStrike">
                <a:solidFill>
                  <a:srgbClr val="1C1C1C"/>
                </a:solidFill>
                <a:latin typeface="Arial"/>
              </a:defRPr>
            </a:pPr>
            <a:endParaRPr lang="en-US"/>
          </a:p>
        </c:txPr>
        <c:crossAx val="2094734552"/>
        <c:crosses val="autoZero"/>
        <c:auto val="1"/>
        <c:lblAlgn val="ctr"/>
        <c:lblOffset val="100"/>
        <c:noMultiLvlLbl val="1"/>
      </c:catAx>
      <c:valAx>
        <c:axId val="2094734552"/>
        <c:scaling>
          <c:orientation val="minMax"/>
        </c:scaling>
        <c:delete val="0"/>
        <c:axPos val="l"/>
        <c:majorGridlines>
          <c:spPr>
            <a:ln w="12700" cap="flat">
              <a:solidFill>
                <a:srgbClr val="EDEDED"/>
              </a:solidFill>
              <a:prstDash val="solid"/>
              <a:round/>
            </a:ln>
          </c:spPr>
        </c:majorGridlines>
        <c:numFmt formatCode="General" sourceLinked="0"/>
        <c:majorTickMark val="out"/>
        <c:minorTickMark val="none"/>
        <c:tickLblPos val="nextTo"/>
        <c:spPr>
          <a:ln w="12700" cap="flat">
            <a:solidFill>
              <a:srgbClr val="888888"/>
            </a:solidFill>
            <a:prstDash val="solid"/>
            <a:round/>
          </a:ln>
        </c:spPr>
        <c:txPr>
          <a:bodyPr/>
          <a:lstStyle/>
          <a:p>
            <a:pPr>
              <a:defRPr sz="800" b="0" i="0" u="none" strike="noStrike">
                <a:solidFill>
                  <a:srgbClr val="7F7F7F"/>
                </a:solidFill>
                <a:latin typeface="Arial"/>
              </a:defRPr>
            </a:pPr>
            <a:endParaRPr lang="en-US"/>
          </a:p>
        </c:txPr>
        <c:crossAx val="2094734554"/>
        <c:crosses val="autoZero"/>
        <c:crossBetween val="between"/>
      </c:valAx>
      <c:spPr>
        <a:noFill/>
        <a:ln>
          <a:noFill/>
        </a:ln>
        <a:effectLst/>
      </c:spPr>
    </c:plotArea>
    <c:plotVisOnly val="1"/>
    <c:dispBlanksAs val="span"/>
    <c:showDLblsOverMax val="1"/>
  </c:chart>
  <c:spPr>
    <a:noFill/>
    <a:ln>
      <a:noFill/>
    </a:ln>
    <a:effectLst/>
  </c:spPr>
  <c:externalData r:id="rId1">
    <c:autoUpdate val="0"/>
  </c:externalData>
</c:chartSpace>
</file>

<file path=ppt/charts/chart3.xml><?xml version="1.0" encoding="utf-8"?>
<c:chartSpace xmlns:c="http://schemas.openxmlformats.org/drawingml/2006/chart" xmlns:a="http://schemas.openxmlformats.org/drawingml/2006/main" xmlns:r="http://schemas.openxmlformats.org/officeDocument/2006/relationships" xmlns:c16r2="http://schemas.microsoft.com/office/drawing/2015/06/chart">
  <c:date1904 val="0"/>
  <c:lang val="en-US"/>
  <c:roundedCorners val="1"/>
  <c:style val="2"/>
  <c:chart>
    <c:title>
      <c:tx>
        <c:rich>
          <a:bodyPr/>
          <a:lstStyle/>
          <a:p>
            <a:pPr>
              <a:defRPr sz="1150" b="0" i="0" u="none" strike="noStrike">
                <a:solidFill>
                  <a:srgbClr val="1C1C1C"/>
                </a:solidFill>
                <a:latin typeface="Arial"/>
              </a:defRPr>
            </a:pPr>
            <a:r>
              <a:rPr lang="en-US" sz="1600" b="1" i="0" u="none" strike="noStrike" dirty="0">
                <a:solidFill>
                  <a:srgbClr val="1C1C1C"/>
                </a:solidFill>
                <a:latin typeface="Arial"/>
              </a:rPr>
              <a:t>Holiday Volume Drop vs. Non-Holiday</a:t>
            </a:r>
          </a:p>
        </c:rich>
      </c:tx>
      <c:overlay val="0"/>
    </c:title>
    <c:autoTitleDeleted val="0"/>
    <c:plotArea>
      <c:layout/>
      <c:barChart>
        <c:barDir val="bar"/>
        <c:grouping val="clustered"/>
        <c:varyColors val="0"/>
        <c:ser>
          <c:idx val="0"/>
          <c:order val="0"/>
          <c:tx>
            <c:strRef>
              <c:f>Sheet1!$B$1</c:f>
              <c:strCache>
                <c:ptCount val="1"/>
                <c:pt idx="0">
                  <c:v>% drop vs non-holiday</c:v>
                </c:pt>
              </c:strCache>
            </c:strRef>
          </c:tx>
          <c:spPr>
            <a:solidFill>
              <a:srgbClr val="00B3E3"/>
            </a:solidFill>
            <a:effectLst/>
          </c:spPr>
          <c:invertIfNegative val="0"/>
          <c:dLbls>
            <c:numFmt formatCode="0.0&quot;% drop&quot;" sourceLinked="0"/>
            <c:spPr>
              <a:noFill/>
              <a:ln>
                <a:noFill/>
              </a:ln>
              <a:effectLst/>
            </c:spPr>
            <c:txPr>
              <a:bodyPr/>
              <a:lstStyle/>
              <a:p>
                <a:pPr>
                  <a:defRPr sz="850" b="0" i="0" u="none" strike="noStrike">
                    <a:solidFill>
                      <a:srgbClr val="7F7F7F"/>
                    </a:solidFill>
                    <a:latin typeface="Arial"/>
                  </a:defRPr>
                </a:pPr>
                <a:endParaRPr lang="en-US"/>
              </a:p>
            </c:txPr>
            <c:showLegendKey val="0"/>
            <c:showVal val="1"/>
            <c:showCatName val="0"/>
            <c:showSerName val="0"/>
            <c:showPercent val="0"/>
            <c:showBubbleSize val="0"/>
            <c:showLeaderLines val="0"/>
            <c:extLst>
              <c:ext xmlns:c15="http://schemas.microsoft.com/office/drawing/2012/chart" uri="{CE6537A1-D6FC-4f65-9D91-7224C49458BB}">
                <c15:showLeaderLines val="0"/>
              </c:ext>
            </c:extLst>
          </c:dLbls>
          <c:cat>
            <c:strRef>
              <c:f>Sheet1!$A$2:$A$7</c:f>
              <c:strCache>
                <c:ptCount val="6"/>
                <c:pt idx="0">
                  <c:v>Labor Day</c:v>
                </c:pt>
                <c:pt idx="1">
                  <c:v>Independence Day</c:v>
                </c:pt>
                <c:pt idx="2">
                  <c:v>Memorial Day</c:v>
                </c:pt>
                <c:pt idx="3">
                  <c:v>Thanksgiving</c:v>
                </c:pt>
                <c:pt idx="4">
                  <c:v>New Year's</c:v>
                </c:pt>
                <c:pt idx="5">
                  <c:v>Christmas</c:v>
                </c:pt>
              </c:strCache>
            </c:strRef>
          </c:cat>
          <c:val>
            <c:numRef>
              <c:f>Sheet1!$B$2:$B$7</c:f>
              <c:numCache>
                <c:formatCode>General</c:formatCode>
                <c:ptCount val="6"/>
                <c:pt idx="0">
                  <c:v>29.2</c:v>
                </c:pt>
                <c:pt idx="1">
                  <c:v>35</c:v>
                </c:pt>
                <c:pt idx="2">
                  <c:v>36.799999999999997</c:v>
                </c:pt>
                <c:pt idx="3">
                  <c:v>39.799999999999997</c:v>
                </c:pt>
                <c:pt idx="4">
                  <c:v>45.8</c:v>
                </c:pt>
                <c:pt idx="5">
                  <c:v>46.8</c:v>
                </c:pt>
              </c:numCache>
            </c:numRef>
          </c:val>
          <c:extLst>
            <c:ext xmlns:c16="http://schemas.microsoft.com/office/drawing/2014/chart" uri="{C3380CC4-5D6E-409C-BE32-E72D297353CC}">
              <c16:uniqueId val="{00000000-1DBB-458E-9ABE-C727CD1B6B75}"/>
            </c:ext>
          </c:extLst>
        </c:ser>
        <c:dLbls>
          <c:showLegendKey val="0"/>
          <c:showVal val="1"/>
          <c:showCatName val="0"/>
          <c:showSerName val="0"/>
          <c:showPercent val="0"/>
          <c:showBubbleSize val="0"/>
        </c:dLbls>
        <c:gapWidth val="150"/>
        <c:axId val="2094734554"/>
        <c:axId val="2094734552"/>
      </c:barChart>
      <c:catAx>
        <c:axId val="2094734554"/>
        <c:scaling>
          <c:orientation val="minMax"/>
        </c:scaling>
        <c:delete val="0"/>
        <c:axPos val="l"/>
        <c:numFmt formatCode="General" sourceLinked="1"/>
        <c:majorTickMark val="out"/>
        <c:minorTickMark val="none"/>
        <c:tickLblPos val="nextTo"/>
        <c:spPr>
          <a:ln w="12700" cap="flat">
            <a:solidFill>
              <a:srgbClr val="888888"/>
            </a:solidFill>
            <a:prstDash val="solid"/>
            <a:round/>
          </a:ln>
        </c:spPr>
        <c:txPr>
          <a:bodyPr/>
          <a:lstStyle/>
          <a:p>
            <a:pPr>
              <a:defRPr sz="900" b="0" i="0" u="none" strike="noStrike">
                <a:solidFill>
                  <a:srgbClr val="1C1C1C"/>
                </a:solidFill>
                <a:latin typeface="Arial"/>
              </a:defRPr>
            </a:pPr>
            <a:endParaRPr lang="en-US"/>
          </a:p>
        </c:txPr>
        <c:crossAx val="2094734552"/>
        <c:crosses val="autoZero"/>
        <c:auto val="1"/>
        <c:lblAlgn val="ctr"/>
        <c:lblOffset val="100"/>
        <c:noMultiLvlLbl val="1"/>
      </c:catAx>
      <c:valAx>
        <c:axId val="2094734552"/>
        <c:scaling>
          <c:orientation val="minMax"/>
          <c:min val="0"/>
        </c:scaling>
        <c:delete val="1"/>
        <c:axPos val="b"/>
        <c:numFmt formatCode="General" sourceLinked="0"/>
        <c:majorTickMark val="out"/>
        <c:minorTickMark val="none"/>
        <c:tickLblPos val="low"/>
        <c:crossAx val="2094734554"/>
        <c:crosses val="autoZero"/>
        <c:crossBetween val="between"/>
      </c:valAx>
      <c:spPr>
        <a:noFill/>
        <a:ln>
          <a:noFill/>
        </a:ln>
        <a:effectLst/>
      </c:spPr>
    </c:plotArea>
    <c:plotVisOnly val="1"/>
    <c:dispBlanksAs val="span"/>
    <c:showDLblsOverMax val="1"/>
  </c:chart>
  <c:spPr>
    <a:noFill/>
    <a:ln>
      <a:noFill/>
    </a:ln>
    <a:effectLst/>
  </c:spPr>
  <c:externalData r:id="rId1">
    <c:autoUpdate val="0"/>
  </c:externalData>
</c:chartSpace>
</file>

<file path=ppt/charts/chart4.xml><?xml version="1.0" encoding="utf-8"?>
<c:chartSpace xmlns:c="http://schemas.openxmlformats.org/drawingml/2006/chart" xmlns:a="http://schemas.openxmlformats.org/drawingml/2006/main" xmlns:r="http://schemas.openxmlformats.org/officeDocument/2006/relationships" xmlns:c16r2="http://schemas.microsoft.com/office/drawing/2015/06/chart">
  <c:date1904 val="0"/>
  <c:lang val="en-US"/>
  <c:roundedCorners val="1"/>
  <c:style val="2"/>
  <c:chart>
    <c:title>
      <c:tx>
        <c:rich>
          <a:bodyPr/>
          <a:lstStyle/>
          <a:p>
            <a:pPr>
              <a:defRPr sz="1050" b="0" i="0" u="none" strike="noStrike">
                <a:solidFill>
                  <a:srgbClr val="1C1C1C"/>
                </a:solidFill>
                <a:latin typeface="Arial"/>
              </a:defRPr>
            </a:pPr>
            <a:r>
              <a:rPr lang="en-US" sz="1600" b="1" i="0" u="none" strike="noStrike" dirty="0">
                <a:solidFill>
                  <a:srgbClr val="1C1C1C"/>
                </a:solidFill>
                <a:latin typeface="Arial"/>
              </a:rPr>
              <a:t>Test R² by Model</a:t>
            </a:r>
          </a:p>
        </c:rich>
      </c:tx>
      <c:overlay val="0"/>
    </c:title>
    <c:autoTitleDeleted val="0"/>
    <c:plotArea>
      <c:layout/>
      <c:barChart>
        <c:barDir val="bar"/>
        <c:grouping val="clustered"/>
        <c:varyColors val="0"/>
        <c:ser>
          <c:idx val="0"/>
          <c:order val="0"/>
          <c:tx>
            <c:strRef>
              <c:f>Sheet1!$B$1</c:f>
              <c:strCache>
                <c:ptCount val="1"/>
                <c:pt idx="0">
                  <c:v>R²</c:v>
                </c:pt>
              </c:strCache>
            </c:strRef>
          </c:tx>
          <c:spPr>
            <a:solidFill>
              <a:srgbClr val="193EB0"/>
            </a:solidFill>
            <a:effectLst/>
          </c:spPr>
          <c:invertIfNegative val="0"/>
          <c:dLbls>
            <c:dLbl>
              <c:idx val="0"/>
              <c:layout>
                <c:manualLayout>
                  <c:x val="-0.3699050809603574"/>
                  <c:y val="0"/>
                </c:manualLayout>
              </c:layout>
              <c:showLegendKey val="0"/>
              <c:showVal val="1"/>
              <c:showCatName val="0"/>
              <c:showSerName val="0"/>
              <c:showPercent val="0"/>
              <c:showBubbleSize val="0"/>
              <c:extLst>
                <c:ext xmlns:c15="http://schemas.microsoft.com/office/drawing/2012/chart" uri="{CE6537A1-D6FC-4f65-9D91-7224C49458BB}"/>
                <c:ext xmlns:c16="http://schemas.microsoft.com/office/drawing/2014/chart" uri="{C3380CC4-5D6E-409C-BE32-E72D297353CC}">
                  <c16:uniqueId val="{00000004-0E1C-4910-B36E-7B41A7D7C9E2}"/>
                </c:ext>
              </c:extLst>
            </c:dLbl>
            <c:dLbl>
              <c:idx val="1"/>
              <c:layout>
                <c:manualLayout>
                  <c:x val="-0.38037409268565048"/>
                  <c:y val="-1.0288065843621399E-2"/>
                </c:manualLayout>
              </c:layout>
              <c:showLegendKey val="0"/>
              <c:showVal val="1"/>
              <c:showCatName val="0"/>
              <c:showSerName val="0"/>
              <c:showPercent val="0"/>
              <c:showBubbleSize val="0"/>
              <c:extLst>
                <c:ext xmlns:c15="http://schemas.microsoft.com/office/drawing/2012/chart" uri="{CE6537A1-D6FC-4f65-9D91-7224C49458BB}"/>
                <c:ext xmlns:c16="http://schemas.microsoft.com/office/drawing/2014/chart" uri="{C3380CC4-5D6E-409C-BE32-E72D297353CC}">
                  <c16:uniqueId val="{00000003-0E1C-4910-B36E-7B41A7D7C9E2}"/>
                </c:ext>
              </c:extLst>
            </c:dLbl>
            <c:dLbl>
              <c:idx val="2"/>
              <c:layout>
                <c:manualLayout>
                  <c:x val="-0.38386376326074817"/>
                  <c:y val="5.144032921810605E-3"/>
                </c:manualLayout>
              </c:layout>
              <c:showLegendKey val="0"/>
              <c:showVal val="1"/>
              <c:showCatName val="0"/>
              <c:showSerName val="0"/>
              <c:showPercent val="0"/>
              <c:showBubbleSize val="0"/>
              <c:extLst>
                <c:ext xmlns:c15="http://schemas.microsoft.com/office/drawing/2012/chart" uri="{CE6537A1-D6FC-4f65-9D91-7224C49458BB}"/>
                <c:ext xmlns:c16="http://schemas.microsoft.com/office/drawing/2014/chart" uri="{C3380CC4-5D6E-409C-BE32-E72D297353CC}">
                  <c16:uniqueId val="{00000002-0E1C-4910-B36E-7B41A7D7C9E2}"/>
                </c:ext>
              </c:extLst>
            </c:dLbl>
            <c:dLbl>
              <c:idx val="3"/>
              <c:layout>
                <c:manualLayout>
                  <c:x val="-0.34819809996236656"/>
                  <c:y val="-8.6090838714575658E-3"/>
                </c:manualLayout>
              </c:layout>
              <c:numFmt formatCode="0.0000" sourceLinked="0"/>
              <c:spPr>
                <a:noFill/>
                <a:ln>
                  <a:noFill/>
                </a:ln>
                <a:effectLst/>
              </c:spPr>
              <c:txPr>
                <a:bodyPr lIns="182880" tIns="91440" rIns="182880"/>
                <a:lstStyle/>
                <a:p>
                  <a:pPr>
                    <a:defRPr sz="800" b="0" i="0" u="none" strike="noStrike">
                      <a:solidFill>
                        <a:schemeClr val="bg1"/>
                      </a:solidFill>
                      <a:latin typeface="Arial"/>
                    </a:defRPr>
                  </a:pPr>
                  <a:endParaRPr lang="en-US"/>
                </a:p>
              </c:txPr>
              <c:showLegendKey val="0"/>
              <c:showVal val="1"/>
              <c:showCatName val="0"/>
              <c:showSerName val="0"/>
              <c:showPercent val="0"/>
              <c:showBubbleSize val="0"/>
              <c:extLst>
                <c:ext xmlns:c15="http://schemas.microsoft.com/office/drawing/2012/chart" uri="{CE6537A1-D6FC-4f65-9D91-7224C49458BB}">
                  <c15:spPr xmlns:c15="http://schemas.microsoft.com/office/drawing/2012/chart">
                    <a:prstGeom prst="rect">
                      <a:avLst/>
                    </a:prstGeom>
                  </c15:spPr>
                </c:ext>
                <c:ext xmlns:c16="http://schemas.microsoft.com/office/drawing/2014/chart" uri="{C3380CC4-5D6E-409C-BE32-E72D297353CC}">
                  <c16:uniqueId val="{00000001-0E1C-4910-B36E-7B41A7D7C9E2}"/>
                </c:ext>
              </c:extLst>
            </c:dLbl>
            <c:numFmt formatCode="0.0000" sourceLinked="0"/>
            <c:spPr>
              <a:noFill/>
              <a:ln>
                <a:noFill/>
              </a:ln>
              <a:effectLst/>
            </c:spPr>
            <c:txPr>
              <a:bodyPr/>
              <a:lstStyle/>
              <a:p>
                <a:pPr>
                  <a:defRPr sz="800" b="0" i="0" u="none" strike="noStrike">
                    <a:solidFill>
                      <a:schemeClr val="bg1"/>
                    </a:solidFill>
                    <a:latin typeface="Arial"/>
                  </a:defRPr>
                </a:pPr>
                <a:endParaRPr lang="en-US"/>
              </a:p>
            </c:txPr>
            <c:showLegendKey val="0"/>
            <c:showVal val="1"/>
            <c:showCatName val="0"/>
            <c:showSerName val="0"/>
            <c:showPercent val="0"/>
            <c:showBubbleSize val="0"/>
            <c:showLeaderLines val="0"/>
            <c:extLst>
              <c:ext xmlns:c15="http://schemas.microsoft.com/office/drawing/2012/chart" uri="{CE6537A1-D6FC-4f65-9D91-7224C49458BB}">
                <c15:showLeaderLines val="0"/>
              </c:ext>
            </c:extLst>
          </c:dLbls>
          <c:cat>
            <c:strRef>
              <c:f>Sheet1!$A$2:$A$5</c:f>
              <c:strCache>
                <c:ptCount val="4"/>
                <c:pt idx="0">
                  <c:v>Linear</c:v>
                </c:pt>
                <c:pt idx="1">
                  <c:v>RandForest</c:v>
                </c:pt>
                <c:pt idx="2">
                  <c:v>LightGBM</c:v>
                </c:pt>
                <c:pt idx="3">
                  <c:v>XGBoost</c:v>
                </c:pt>
              </c:strCache>
            </c:strRef>
          </c:cat>
          <c:val>
            <c:numRef>
              <c:f>Sheet1!$B$2:$B$5</c:f>
              <c:numCache>
                <c:formatCode>General</c:formatCode>
                <c:ptCount val="4"/>
                <c:pt idx="0">
                  <c:v>0.91</c:v>
                </c:pt>
                <c:pt idx="1">
                  <c:v>0.94</c:v>
                </c:pt>
                <c:pt idx="2">
                  <c:v>0.95599999999999996</c:v>
                </c:pt>
                <c:pt idx="3">
                  <c:v>0.95940000000000003</c:v>
                </c:pt>
              </c:numCache>
            </c:numRef>
          </c:val>
          <c:extLst>
            <c:ext xmlns:c16="http://schemas.microsoft.com/office/drawing/2014/chart" uri="{C3380CC4-5D6E-409C-BE32-E72D297353CC}">
              <c16:uniqueId val="{00000000-0E1C-4910-B36E-7B41A7D7C9E2}"/>
            </c:ext>
          </c:extLst>
        </c:ser>
        <c:dLbls>
          <c:showLegendKey val="0"/>
          <c:showVal val="1"/>
          <c:showCatName val="0"/>
          <c:showSerName val="0"/>
          <c:showPercent val="0"/>
          <c:showBubbleSize val="0"/>
        </c:dLbls>
        <c:gapWidth val="150"/>
        <c:axId val="2094734554"/>
        <c:axId val="2094734552"/>
      </c:barChart>
      <c:catAx>
        <c:axId val="2094734554"/>
        <c:scaling>
          <c:orientation val="minMax"/>
        </c:scaling>
        <c:delete val="0"/>
        <c:axPos val="l"/>
        <c:numFmt formatCode="General" sourceLinked="1"/>
        <c:majorTickMark val="out"/>
        <c:minorTickMark val="none"/>
        <c:tickLblPos val="nextTo"/>
        <c:spPr>
          <a:ln w="12700" cap="flat">
            <a:solidFill>
              <a:srgbClr val="888888"/>
            </a:solidFill>
            <a:prstDash val="solid"/>
            <a:round/>
          </a:ln>
        </c:spPr>
        <c:txPr>
          <a:bodyPr/>
          <a:lstStyle/>
          <a:p>
            <a:pPr>
              <a:defRPr sz="800" b="0" i="0" u="none" strike="noStrike">
                <a:solidFill>
                  <a:srgbClr val="1C1C1C"/>
                </a:solidFill>
                <a:latin typeface="Arial"/>
              </a:defRPr>
            </a:pPr>
            <a:endParaRPr lang="en-US"/>
          </a:p>
        </c:txPr>
        <c:crossAx val="2094734552"/>
        <c:crosses val="autoZero"/>
        <c:auto val="1"/>
        <c:lblAlgn val="ctr"/>
        <c:lblOffset val="100"/>
        <c:noMultiLvlLbl val="1"/>
      </c:catAx>
      <c:valAx>
        <c:axId val="2094734552"/>
        <c:scaling>
          <c:orientation val="minMax"/>
          <c:max val="1"/>
          <c:min val="0"/>
        </c:scaling>
        <c:delete val="1"/>
        <c:axPos val="b"/>
        <c:numFmt formatCode="General" sourceLinked="0"/>
        <c:majorTickMark val="out"/>
        <c:minorTickMark val="none"/>
        <c:tickLblPos val="low"/>
        <c:crossAx val="2094734554"/>
        <c:crosses val="autoZero"/>
        <c:crossBetween val="between"/>
      </c:valAx>
      <c:spPr>
        <a:noFill/>
        <a:ln>
          <a:noFill/>
        </a:ln>
        <a:effectLst/>
      </c:spPr>
    </c:plotArea>
    <c:plotVisOnly val="1"/>
    <c:dispBlanksAs val="span"/>
    <c:showDLblsOverMax val="1"/>
  </c:chart>
  <c:spPr>
    <a:noFill/>
    <a:ln>
      <a:noFill/>
    </a:ln>
    <a:effectLst/>
  </c:spPr>
  <c:externalData r:id="rId1">
    <c:autoUpdate val="0"/>
  </c:externalData>
</c:chartSpace>
</file>

<file path=ppt/charts/chart5.xml><?xml version="1.0" encoding="utf-8"?>
<c:chartSpace xmlns:c="http://schemas.openxmlformats.org/drawingml/2006/chart" xmlns:a="http://schemas.openxmlformats.org/drawingml/2006/main" xmlns:r="http://schemas.openxmlformats.org/officeDocument/2006/relationships" xmlns:c16r2="http://schemas.microsoft.com/office/drawing/2015/06/chart">
  <c:date1904 val="0"/>
  <c:lang val="en-US"/>
  <c:roundedCorners val="1"/>
  <c:style val="2"/>
  <c:chart>
    <c:autoTitleDeleted val="1"/>
    <c:plotArea>
      <c:layout/>
      <c:barChart>
        <c:barDir val="bar"/>
        <c:grouping val="clustered"/>
        <c:varyColors val="0"/>
        <c:ser>
          <c:idx val="0"/>
          <c:order val="0"/>
          <c:tx>
            <c:strRef>
              <c:f>Sheet1!$B$1</c:f>
              <c:strCache>
                <c:ptCount val="1"/>
                <c:pt idx="0">
                  <c:v>Relative Importance</c:v>
                </c:pt>
              </c:strCache>
            </c:strRef>
          </c:tx>
          <c:spPr>
            <a:solidFill>
              <a:srgbClr val="193EB0"/>
            </a:solidFill>
            <a:effectLst/>
          </c:spPr>
          <c:invertIfNegative val="0"/>
          <c:dLbls>
            <c:numFmt formatCode="#,##0" sourceLinked="0"/>
            <c:spPr>
              <a:noFill/>
              <a:ln>
                <a:noFill/>
              </a:ln>
              <a:effectLst/>
            </c:spPr>
            <c:txPr>
              <a:bodyPr/>
              <a:lstStyle/>
              <a:p>
                <a:pPr>
                  <a:defRPr sz="900" b="0" i="0" u="none" strike="noStrike">
                    <a:solidFill>
                      <a:srgbClr val="7F7F7F"/>
                    </a:solidFill>
                    <a:latin typeface="Arial"/>
                  </a:defRPr>
                </a:pPr>
                <a:endParaRPr lang="en-US"/>
              </a:p>
            </c:txPr>
            <c:showLegendKey val="0"/>
            <c:showVal val="1"/>
            <c:showCatName val="0"/>
            <c:showSerName val="0"/>
            <c:showPercent val="0"/>
            <c:showBubbleSize val="0"/>
            <c:showLeaderLines val="0"/>
            <c:extLst>
              <c:ext xmlns:c15="http://schemas.microsoft.com/office/drawing/2012/chart" uri="{CE6537A1-D6FC-4f65-9D91-7224C49458BB}">
                <c15:showLeaderLines val="0"/>
              </c:ext>
            </c:extLst>
          </c:dLbls>
          <c:cat>
            <c:strRef>
              <c:f>Sheet1!$A$2:$A$9</c:f>
              <c:strCache>
                <c:ptCount val="8"/>
                <c:pt idx="0">
                  <c:v>clouds_all</c:v>
                </c:pt>
                <c:pt idx="1">
                  <c:v>month_cos</c:v>
                </c:pt>
                <c:pt idx="2">
                  <c:v>month_sin</c:v>
                </c:pt>
                <c:pt idx="3">
                  <c:v>is_holiday</c:v>
                </c:pt>
                <c:pt idx="4">
                  <c:v>temp</c:v>
                </c:pt>
                <c:pt idx="5">
                  <c:v>is_weekend</c:v>
                </c:pt>
                <c:pt idx="6">
                  <c:v>hour_sin</c:v>
                </c:pt>
                <c:pt idx="7">
                  <c:v>hour_cos</c:v>
                </c:pt>
              </c:strCache>
            </c:strRef>
          </c:cat>
          <c:val>
            <c:numRef>
              <c:f>Sheet1!$B$2:$B$9</c:f>
              <c:numCache>
                <c:formatCode>General</c:formatCode>
                <c:ptCount val="8"/>
                <c:pt idx="0">
                  <c:v>0.5</c:v>
                </c:pt>
                <c:pt idx="1">
                  <c:v>0.6</c:v>
                </c:pt>
                <c:pt idx="2">
                  <c:v>1</c:v>
                </c:pt>
                <c:pt idx="3">
                  <c:v>1.9</c:v>
                </c:pt>
                <c:pt idx="4">
                  <c:v>2.6</c:v>
                </c:pt>
                <c:pt idx="5">
                  <c:v>14</c:v>
                </c:pt>
                <c:pt idx="6">
                  <c:v>26.8</c:v>
                </c:pt>
                <c:pt idx="7">
                  <c:v>100</c:v>
                </c:pt>
              </c:numCache>
            </c:numRef>
          </c:val>
          <c:extLst>
            <c:ext xmlns:c16="http://schemas.microsoft.com/office/drawing/2014/chart" uri="{C3380CC4-5D6E-409C-BE32-E72D297353CC}">
              <c16:uniqueId val="{00000000-3BC6-45DD-B064-AF1A04C183C1}"/>
            </c:ext>
          </c:extLst>
        </c:ser>
        <c:dLbls>
          <c:showLegendKey val="0"/>
          <c:showVal val="1"/>
          <c:showCatName val="0"/>
          <c:showSerName val="0"/>
          <c:showPercent val="0"/>
          <c:showBubbleSize val="0"/>
        </c:dLbls>
        <c:gapWidth val="150"/>
        <c:axId val="2094734554"/>
        <c:axId val="2094734552"/>
      </c:barChart>
      <c:catAx>
        <c:axId val="2094734554"/>
        <c:scaling>
          <c:orientation val="minMax"/>
        </c:scaling>
        <c:delete val="0"/>
        <c:axPos val="l"/>
        <c:numFmt formatCode="General" sourceLinked="1"/>
        <c:majorTickMark val="out"/>
        <c:minorTickMark val="none"/>
        <c:tickLblPos val="nextTo"/>
        <c:spPr>
          <a:ln w="12700" cap="flat">
            <a:solidFill>
              <a:srgbClr val="888888"/>
            </a:solidFill>
            <a:prstDash val="solid"/>
            <a:round/>
          </a:ln>
        </c:spPr>
        <c:txPr>
          <a:bodyPr/>
          <a:lstStyle/>
          <a:p>
            <a:pPr>
              <a:defRPr sz="1000" b="0" i="0" u="none" strike="noStrike">
                <a:solidFill>
                  <a:srgbClr val="1C1C1C"/>
                </a:solidFill>
                <a:latin typeface="Arial"/>
              </a:defRPr>
            </a:pPr>
            <a:endParaRPr lang="en-US"/>
          </a:p>
        </c:txPr>
        <c:crossAx val="2094734552"/>
        <c:crosses val="autoZero"/>
        <c:auto val="1"/>
        <c:lblAlgn val="ctr"/>
        <c:lblOffset val="100"/>
        <c:noMultiLvlLbl val="1"/>
      </c:catAx>
      <c:valAx>
        <c:axId val="2094734552"/>
        <c:scaling>
          <c:orientation val="minMax"/>
        </c:scaling>
        <c:delete val="1"/>
        <c:axPos val="b"/>
        <c:numFmt formatCode="General" sourceLinked="0"/>
        <c:majorTickMark val="out"/>
        <c:minorTickMark val="none"/>
        <c:tickLblPos val="low"/>
        <c:crossAx val="2094734554"/>
        <c:crosses val="autoZero"/>
        <c:crossBetween val="between"/>
      </c:valAx>
      <c:spPr>
        <a:noFill/>
        <a:ln>
          <a:noFill/>
        </a:ln>
        <a:effectLst/>
      </c:spPr>
    </c:plotArea>
    <c:plotVisOnly val="1"/>
    <c:dispBlanksAs val="span"/>
    <c:showDLblsOverMax val="1"/>
  </c:chart>
  <c:spPr>
    <a:noFill/>
    <a:ln>
      <a:noFill/>
    </a:ln>
    <a:effectLst/>
  </c:spPr>
  <c:externalData r:id="rId1">
    <c:autoUpdate val="0"/>
  </c:externalData>
</c:chartSpace>
</file>

<file path=ppt/notesMasters/_rels/notesMaster1.xml.rels><?xml version="1.0" encoding="UTF-8" standalone="yes"?>
<Relationships xmlns="http://schemas.openxmlformats.org/package/2006/relationships"><Relationship Id="rId1" Type="http://schemas.openxmlformats.org/officeDocument/2006/relationships/theme" Target="../theme/theme3.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Tree>
    <p:extLst>
      <p:ext uri="{BB962C8B-B14F-4D97-AF65-F5344CB8AC3E}">
        <p14:creationId xmlns:p14="http://schemas.microsoft.com/office/powerpoint/2010/main" val="685143284"/>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6.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7.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8.xml"/><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2" Type="http://schemas.openxmlformats.org/officeDocument/2006/relationships/slide" Target="../slides/slide9.xml"/><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2" Type="http://schemas.openxmlformats.org/officeDocument/2006/relationships/slide" Target="../slides/slide10.xml"/><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2" Type="http://schemas.openxmlformats.org/officeDocument/2006/relationships/slide" Target="../slides/slide11.xml"/><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2" Type="http://schemas.openxmlformats.org/officeDocument/2006/relationships/slide" Target="../slides/slide12.xml"/><Relationship Id="rId1" Type="http://schemas.openxmlformats.org/officeDocument/2006/relationships/notesMaster" Target="../notesMasters/notesMaster1.xml"/></Relationships>
</file>

<file path=ppt/notesSlides/_rels/notesSlide13.xml.rels><?xml version="1.0" encoding="UTF-8" standalone="yes"?>
<Relationships xmlns="http://schemas.openxmlformats.org/package/2006/relationships"><Relationship Id="rId2" Type="http://schemas.openxmlformats.org/officeDocument/2006/relationships/slide" Target="../slides/slide13.xml"/><Relationship Id="rId1" Type="http://schemas.openxmlformats.org/officeDocument/2006/relationships/notesMaster" Target="../notesMasters/notesMaster1.xml"/></Relationships>
</file>

<file path=ppt/notesSlides/_rels/notesSlide14.xml.rels><?xml version="1.0" encoding="UTF-8" standalone="yes"?>
<Relationships xmlns="http://schemas.openxmlformats.org/package/2006/relationships"><Relationship Id="rId2" Type="http://schemas.openxmlformats.org/officeDocument/2006/relationships/slide" Target="../slides/slide14.xml"/><Relationship Id="rId1" Type="http://schemas.openxmlformats.org/officeDocument/2006/relationships/notesMaster" Target="../notesMasters/notesMaster1.xml"/></Relationships>
</file>

<file path=ppt/notesSlides/_rels/notesSlide15.xml.rels><?xml version="1.0" encoding="UTF-8" standalone="yes"?>
<Relationships xmlns="http://schemas.openxmlformats.org/package/2006/relationships"><Relationship Id="rId2" Type="http://schemas.openxmlformats.org/officeDocument/2006/relationships/slide" Target="../slides/slide15.xml"/><Relationship Id="rId1" Type="http://schemas.openxmlformats.org/officeDocument/2006/relationships/notesMaster" Target="../notesMasters/notesMaster1.xml"/></Relationships>
</file>

<file path=ppt/notesSlides/_rels/notesSlide16.xml.rels><?xml version="1.0" encoding="UTF-8" standalone="yes"?>
<Relationships xmlns="http://schemas.openxmlformats.org/package/2006/relationships"><Relationship Id="rId2" Type="http://schemas.openxmlformats.org/officeDocument/2006/relationships/slide" Target="../slides/slide16.xml"/><Relationship Id="rId1" Type="http://schemas.openxmlformats.org/officeDocument/2006/relationships/notesMaster" Target="../notesMasters/notesMaster1.xml"/></Relationships>
</file>

<file path=ppt/notesSlides/_rels/notesSlide17.xml.rels><?xml version="1.0" encoding="UTF-8" standalone="yes"?>
<Relationships xmlns="http://schemas.openxmlformats.org/package/2006/relationships"><Relationship Id="rId2" Type="http://schemas.openxmlformats.org/officeDocument/2006/relationships/slide" Target="../slides/slide17.xml"/><Relationship Id="rId1" Type="http://schemas.openxmlformats.org/officeDocument/2006/relationships/notesMaster" Target="../notesMasters/notesMaster1.xml"/></Relationships>
</file>

<file path=ppt/notesSlides/_rels/notesSlide18.xml.rels><?xml version="1.0" encoding="UTF-8" standalone="yes"?>
<Relationships xmlns="http://schemas.openxmlformats.org/package/2006/relationships"><Relationship Id="rId2" Type="http://schemas.openxmlformats.org/officeDocument/2006/relationships/slide" Target="../slides/slide18.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CB4DB3CD-43F1-EC7D-E7A8-EF705A24F661}"/>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995F2BF5-18E1-4CFE-3BF6-2232B86F8DF8}"/>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3A23EEF1-571D-A98E-10C2-14C239E43249}"/>
              </a:ext>
            </a:extLst>
          </p:cNvPr>
          <p:cNvSpPr>
            <a:spLocks noGrp="1"/>
          </p:cNvSpPr>
          <p:nvPr>
            <p:ph type="body" idx="1"/>
          </p:nvPr>
        </p:nvSpPr>
        <p:spPr/>
        <p:txBody>
          <a:bodyPr/>
          <a:lstStyle/>
          <a:p>
            <a:endParaRPr lang="en-US" dirty="0"/>
          </a:p>
        </p:txBody>
      </p:sp>
      <p:sp>
        <p:nvSpPr>
          <p:cNvPr id="4" name="Slide Number Placeholder 3">
            <a:extLst>
              <a:ext uri="{FF2B5EF4-FFF2-40B4-BE49-F238E27FC236}">
                <a16:creationId xmlns:a16="http://schemas.microsoft.com/office/drawing/2014/main" id="{F0BF7D4B-663F-8019-1043-301E5548BEDC}"/>
              </a:ext>
            </a:extLst>
          </p:cNvPr>
          <p:cNvSpPr>
            <a:spLocks noGrp="1"/>
          </p:cNvSpPr>
          <p:nvPr>
            <p:ph type="sldNum" sz="quarter" idx="10"/>
          </p:nvPr>
        </p:nvSpPr>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fld id="{F7021451-1387-4CA6-816F-3879F97B5CBC}" type="slidenum">
              <a:rPr kumimoji="0" lang="en-US" sz="1800" b="0" i="0" u="none" strike="noStrike" kern="1200" cap="none" spc="0" normalizeH="0" baseline="0" noProof="0">
                <a:ln>
                  <a:noFill/>
                </a:ln>
                <a:solidFill>
                  <a:prstClr val="black"/>
                </a:solidFill>
                <a:effectLst/>
                <a:uLnTx/>
                <a:uFillTx/>
                <a:latin typeface="Aptos" panose="02110004020202020204"/>
                <a:ea typeface="+mn-ea"/>
                <a:cs typeface="+mn-cs"/>
              </a:rPr>
              <a:pPr marL="0" marR="0" lvl="0" indent="0" algn="l" defTabSz="914400" rtl="0" eaLnBrk="1" fontAlgn="auto" latinLnBrk="0" hangingPunct="1">
                <a:lnSpc>
                  <a:spcPct val="100000"/>
                </a:lnSpc>
                <a:spcBef>
                  <a:spcPts val="0"/>
                </a:spcBef>
                <a:spcAft>
                  <a:spcPts val="0"/>
                </a:spcAft>
                <a:buClrTx/>
                <a:buSzTx/>
                <a:buFontTx/>
                <a:buNone/>
                <a:tabLst/>
                <a:defRPr/>
              </a:pPr>
              <a:t>2</a:t>
            </a:fld>
            <a:endParaRPr kumimoji="0" lang="en-US" sz="1800" b="0" i="0" u="none" strike="noStrike" kern="1200" cap="none" spc="0" normalizeH="0" baseline="0" noProof="0">
              <a:ln>
                <a:noFill/>
              </a:ln>
              <a:solidFill>
                <a:prstClr val="black"/>
              </a:solidFill>
              <a:effectLst/>
              <a:uLnTx/>
              <a:uFillTx/>
              <a:latin typeface="Aptos" panose="02110004020202020204"/>
              <a:ea typeface="+mn-ea"/>
              <a:cs typeface="+mn-cs"/>
            </a:endParaRPr>
          </a:p>
        </p:txBody>
      </p:sp>
    </p:spTree>
    <p:extLst>
      <p:ext uri="{BB962C8B-B14F-4D97-AF65-F5344CB8AC3E}">
        <p14:creationId xmlns:p14="http://schemas.microsoft.com/office/powerpoint/2010/main" val="2138828575"/>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Six sections, roughly two minutes each. Everything from slide 5 onward uses numbers computed directly from our cleaned dataset, not estimates.</a:t>
            </a:r>
          </a:p>
        </p:txBody>
      </p:sp>
      <p:sp>
        <p:nvSpPr>
          <p:cNvPr id="4" name="Slide Number Placeholder 3"/>
          <p:cNvSpPr>
            <a:spLocks noGrp="1"/>
          </p:cNvSpPr>
          <p:nvPr>
            <p:ph type="sldNum" sz="quarter" idx="10"/>
          </p:nvPr>
        </p:nvSpPr>
        <p:spPr/>
        <p:txBody>
          <a:bodyPr/>
          <a:lstStyle/>
          <a:p>
            <a:fld id="{F7021451-1387-4CA6-816F-3879F97B5CBC}" type="slidenum">
              <a:rPr lang="en-US"/>
              <a:t>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The 5x peak-to-trough claim is real: our data shows 5,709 vehicles/hour at 4 PM versus roughly 373 at 3 AM.</a:t>
            </a:r>
          </a:p>
        </p:txBody>
      </p:sp>
      <p:sp>
        <p:nvSpPr>
          <p:cNvPr id="4" name="Slide Number Placeholder 3"/>
          <p:cNvSpPr>
            <a:spLocks noGrp="1"/>
          </p:cNvSpPr>
          <p:nvPr>
            <p:ph type="sldNum" sz="quarter" idx="10"/>
          </p:nvPr>
        </p:nvSpPr>
        <p:spPr/>
        <p:txBody>
          <a:bodyPr/>
          <a:lstStyle/>
          <a:p>
            <a:fld id="{F7021451-1387-4CA6-816F-3879F97B5CBC}" type="slidenum">
              <a:rPr lang="en-US"/>
              <a:t>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R-squared above 0.90 was the bar we set at the start; we will show on the results slide that XGBoost cleared it at 0.9594.</a:t>
            </a:r>
          </a:p>
        </p:txBody>
      </p:sp>
      <p:sp>
        <p:nvSpPr>
          <p:cNvPr id="4" name="Slide Number Placeholder 3"/>
          <p:cNvSpPr>
            <a:spLocks noGrp="1"/>
          </p:cNvSpPr>
          <p:nvPr>
            <p:ph type="sldNum" sz="quarter" idx="10"/>
          </p:nvPr>
        </p:nvSpPr>
        <p:spPr/>
        <p:txBody>
          <a:bodyPr/>
          <a:lstStyle/>
          <a:p>
            <a:fld id="{F7021451-1387-4CA6-816F-3879F97B5CBC}" type="slidenum">
              <a:rPr lang="en-US"/>
              <a:t>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40,564 rows after cleaning, confirmed zero nulls across all 15 columns directly from the CSV we're presenting from.</a:t>
            </a:r>
          </a:p>
        </p:txBody>
      </p:sp>
      <p:sp>
        <p:nvSpPr>
          <p:cNvPr id="4" name="Slide Number Placeholder 3"/>
          <p:cNvSpPr>
            <a:spLocks noGrp="1"/>
          </p:cNvSpPr>
          <p:nvPr>
            <p:ph type="sldNum" sz="quarter" idx="10"/>
          </p:nvPr>
        </p:nvSpPr>
        <p:spPr/>
        <p:txBody>
          <a:bodyPr/>
          <a:lstStyle/>
          <a:p>
            <a:fld id="{F7021451-1387-4CA6-816F-3879F97B5CBC}" type="slidenum">
              <a:rPr lang="en-US"/>
              <a:t>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The 0 Kelvin outlier is the classic committee question: identified as physically impossible and corrected via temporal interpolation.</a:t>
            </a:r>
          </a:p>
        </p:txBody>
      </p:sp>
      <p:sp>
        <p:nvSpPr>
          <p:cNvPr id="4" name="Slide Number Placeholder 3"/>
          <p:cNvSpPr>
            <a:spLocks noGrp="1"/>
          </p:cNvSpPr>
          <p:nvPr>
            <p:ph type="sldNum" sz="quarter" idx="10"/>
          </p:nvPr>
        </p:nvSpPr>
        <p:spPr/>
        <p:txBody>
          <a:bodyPr/>
          <a:lstStyle/>
          <a:p>
            <a:fld id="{F7021451-1387-4CA6-816F-3879F97B5CBC}" type="slidenum">
              <a:rPr lang="en-US"/>
              <a:t>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Every number on this chart is computed directly from the cleaned CSV, not simulated. This is also exactly why hour_sin/hour_cos dominate feature importance later.</a:t>
            </a:r>
          </a:p>
        </p:txBody>
      </p:sp>
      <p:sp>
        <p:nvSpPr>
          <p:cNvPr id="4" name="Slide Number Placeholder 3"/>
          <p:cNvSpPr>
            <a:spLocks noGrp="1"/>
          </p:cNvSpPr>
          <p:nvPr>
            <p:ph type="sldNum" sz="quarter" idx="10"/>
          </p:nvPr>
        </p:nvSpPr>
        <p:spPr/>
        <p:txBody>
          <a:bodyPr/>
          <a:lstStyle/>
          <a:p>
            <a:fld id="{F7021451-1387-4CA6-816F-3879F97B5CBC}" type="slidenum">
              <a:rPr lang="en-US"/>
              <a:t>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Be ready for the 'why is Clouds higher than Clear' question — the honest answer is correlation with time-of-day mix, not a causal weather effect. This is a good moment to show statistical maturity.</a:t>
            </a:r>
          </a:p>
        </p:txBody>
      </p:sp>
      <p:sp>
        <p:nvSpPr>
          <p:cNvPr id="4" name="Slide Number Placeholder 3"/>
          <p:cNvSpPr>
            <a:spLocks noGrp="1"/>
          </p:cNvSpPr>
          <p:nvPr>
            <p:ph type="sldNum" sz="quarter" idx="10"/>
          </p:nvPr>
        </p:nvSpPr>
        <p:spPr/>
        <p:txBody>
          <a:bodyPr/>
          <a:lstStyle/>
          <a:p>
            <a:fld id="{F7021451-1387-4CA6-816F-3879F97B5CBC}" type="slidenum">
              <a:rPr lang="en-US"/>
              <a:t>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If asked why time-based split instead of random split: random splitting leaks future information into training and inflates the score; time-based split is the only way to measure real forecasting ability.</a:t>
            </a:r>
          </a:p>
        </p:txBody>
      </p:sp>
      <p:sp>
        <p:nvSpPr>
          <p:cNvPr id="4" name="Slide Number Placeholder 3"/>
          <p:cNvSpPr>
            <a:spLocks noGrp="1"/>
          </p:cNvSpPr>
          <p:nvPr>
            <p:ph type="sldNum" sz="quarter" idx="10"/>
          </p:nvPr>
        </p:nvSpPr>
        <p:spPr/>
        <p:txBody>
          <a:bodyPr/>
          <a:lstStyle/>
          <a:p>
            <a:fld id="{F7021451-1387-4CA6-816F-3879F97B5CBC}" type="slidenum">
              <a:rPr lang="en-US"/>
              <a:t>10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Emphasize the split is strictly chronological end to end, from cross-validation through the final holdout — no random shuffling anywhere in the pipeline.</a:t>
            </a:r>
          </a:p>
        </p:txBody>
      </p:sp>
      <p:sp>
        <p:nvSpPr>
          <p:cNvPr id="4" name="Slide Number Placeholder 3"/>
          <p:cNvSpPr>
            <a:spLocks noGrp="1"/>
          </p:cNvSpPr>
          <p:nvPr>
            <p:ph type="sldNum" sz="quarter" idx="10"/>
          </p:nvPr>
        </p:nvSpPr>
        <p:spPr/>
        <p:txBody>
          <a:bodyPr/>
          <a:lstStyle/>
          <a:p>
            <a:fld id="{F7021451-1387-4CA6-816F-3879F97B5CBC}" type="slidenum">
              <a:rPr lang="en-US"/>
              <a:t>11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These are the team's actual measured benchmark results, consistent across the technical writeup and the deployed model card.</a:t>
            </a:r>
          </a:p>
        </p:txBody>
      </p:sp>
      <p:sp>
        <p:nvSpPr>
          <p:cNvPr id="4" name="Slide Number Placeholder 3"/>
          <p:cNvSpPr>
            <a:spLocks noGrp="1"/>
          </p:cNvSpPr>
          <p:nvPr>
            <p:ph type="sldNum" sz="quarter" idx="10"/>
          </p:nvPr>
        </p:nvSpPr>
        <p:spPr/>
        <p:txBody>
          <a:bodyPr/>
          <a:lstStyle/>
          <a:p>
            <a:fld id="{F7021451-1387-4CA6-816F-3879F97B5CBC}" type="slidenum">
              <a:rPr lang="en-US"/>
              <a:t>12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Computed with a Random Forest fit on the same time-based split (test R² 0.951, close to the XGBoost champion), scaled relative to the top feature. If asked which matters more, weather or time of day: time drives the large majority of the signal.</a:t>
            </a:r>
          </a:p>
        </p:txBody>
      </p:sp>
      <p:sp>
        <p:nvSpPr>
          <p:cNvPr id="4" name="Slide Number Placeholder 3"/>
          <p:cNvSpPr>
            <a:spLocks noGrp="1"/>
          </p:cNvSpPr>
          <p:nvPr>
            <p:ph type="sldNum" sz="quarter" idx="10"/>
          </p:nvPr>
        </p:nvSpPr>
        <p:spPr/>
        <p:txBody>
          <a:bodyPr/>
          <a:lstStyle/>
          <a:p>
            <a:fld id="{F7021451-1387-4CA6-816F-3879F97B5CBC}" type="slidenum">
              <a:rPr lang="en-US"/>
              <a:t>13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This is a real, running deployment, not a design sketch. Push to GitHub, tests run, Docker image builds, deploys to Railway staging, integration tests, then promotes to production.</a:t>
            </a:r>
          </a:p>
        </p:txBody>
      </p:sp>
      <p:sp>
        <p:nvSpPr>
          <p:cNvPr id="4" name="Slide Number Placeholder 3"/>
          <p:cNvSpPr>
            <a:spLocks noGrp="1"/>
          </p:cNvSpPr>
          <p:nvPr>
            <p:ph type="sldNum" sz="quarter" idx="10"/>
          </p:nvPr>
        </p:nvSpPr>
        <p:spPr/>
        <p:txBody>
          <a:bodyPr/>
          <a:lstStyle/>
          <a:p>
            <a:fld id="{F7021451-1387-4CA6-816F-3879F97B5CBC}" type="slidenum">
              <a:rPr lang="en-US"/>
              <a:t>14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If there's time and a connection in the room, actually open the simulator link live — it is a stronger close than any slide.</a:t>
            </a:r>
          </a:p>
        </p:txBody>
      </p:sp>
      <p:sp>
        <p:nvSpPr>
          <p:cNvPr id="4" name="Slide Number Placeholder 3"/>
          <p:cNvSpPr>
            <a:spLocks noGrp="1"/>
          </p:cNvSpPr>
          <p:nvPr>
            <p:ph type="sldNum" sz="quarter" idx="10"/>
          </p:nvPr>
        </p:nvSpPr>
        <p:spPr/>
        <p:txBody>
          <a:bodyPr/>
          <a:lstStyle/>
          <a:p>
            <a:fld id="{F7021451-1387-4CA6-816F-3879F97B5CBC}" type="slidenum">
              <a:rPr lang="en-US"/>
              <a:t>15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The three findings and four recommendations should feel earned — they trace directly back to the EDA and results slides shown earlier.</a:t>
            </a:r>
          </a:p>
        </p:txBody>
      </p:sp>
      <p:sp>
        <p:nvSpPr>
          <p:cNvPr id="4" name="Slide Number Placeholder 3"/>
          <p:cNvSpPr>
            <a:spLocks noGrp="1"/>
          </p:cNvSpPr>
          <p:nvPr>
            <p:ph type="sldNum" sz="quarter" idx="10"/>
          </p:nvPr>
        </p:nvSpPr>
        <p:spPr/>
        <p:txBody>
          <a:bodyPr/>
          <a:lstStyle/>
          <a:p>
            <a:fld id="{F7021451-1387-4CA6-816F-3879F97B5CBC}" type="slidenum">
              <a:rPr lang="en-US"/>
              <a:t>16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Close on the number that matters most: test R-squared of 0.9594, well above the 0.90 objective, running live today — not just a notebook result.</a:t>
            </a:r>
          </a:p>
        </p:txBody>
      </p:sp>
      <p:sp>
        <p:nvSpPr>
          <p:cNvPr id="4" name="Slide Number Placeholder 3"/>
          <p:cNvSpPr>
            <a:spLocks noGrp="1"/>
          </p:cNvSpPr>
          <p:nvPr>
            <p:ph type="sldNum" sz="quarter" idx="10"/>
          </p:nvPr>
        </p:nvSpPr>
        <p:spPr/>
        <p:txBody>
          <a:bodyPr/>
          <a:lstStyle/>
          <a:p>
            <a:fld id="{F7021451-1387-4CA6-816F-3879F97B5CBC}" type="slidenum">
              <a:rPr lang="en-US"/>
              <a:t>17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Defense prep - expected questions:
1) Why time-series split instead of random split? Random splitting leaks future data into training; time-based split measures true forecasting capability.
2) Weather vs time of day, which matters more? hour_cos/hour_sin dominate feature importance by a wide margin; weather features (temp, holiday) rank far lower.
3) How were outliers like 0 Kelvin handled? Identified as physically impossible, corrected via temporal interpolation.
4) Why XGBoost over deep learning? Tabular data with strong periodic structure trains faster, needs less compute, and is more interpretable at comparable or better accuracy — 0.9594 R² here.
5) Why is Clouds higher than Clear in the weather chart? Correlation with time-of-day mix in the raw data, not a causal weather effect — flagged honestly on slide 8.</a:t>
            </a:r>
          </a:p>
        </p:txBody>
      </p:sp>
      <p:sp>
        <p:nvSpPr>
          <p:cNvPr id="4" name="Slide Number Placeholder 3"/>
          <p:cNvSpPr>
            <a:spLocks noGrp="1"/>
          </p:cNvSpPr>
          <p:nvPr>
            <p:ph type="sldNum" sz="quarter" idx="10"/>
          </p:nvPr>
        </p:nvSpPr>
        <p:spPr/>
        <p:txBody>
          <a:bodyPr/>
          <a:lstStyle/>
          <a:p>
            <a:fld id="{F7021451-1387-4CA6-816F-3879F97B5CBC}" type="slidenum">
              <a:rPr lang="en-US"/>
              <a:t>18</a:t>
            </a:fld>
            <a:endParaRPr lang="en-US"/>
          </a:p>
        </p:txBody>
      </p:sp>
    </p:spTree>
    <p:extLst>
      <p:ext uri="{BB962C8B-B14F-4D97-AF65-F5344CB8AC3E}">
        <p14:creationId xmlns:p14="http://schemas.microsoft.com/office/powerpoint/2010/main" val="1024086991"/>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2" Type="http://schemas.openxmlformats.org/officeDocument/2006/relationships/image" Target="../media/image1.jpg"/><Relationship Id="rId1" Type="http://schemas.openxmlformats.org/officeDocument/2006/relationships/slideMaster" Target="../slideMasters/slideMaster2.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4.xml.rels><?xml version="1.0" encoding="UTF-8" standalone="yes"?>
<Relationships xmlns="http://schemas.openxmlformats.org/package/2006/relationships"><Relationship Id="rId2" Type="http://schemas.openxmlformats.org/officeDocument/2006/relationships/image" Target="../media/image2.jpg"/><Relationship Id="rId1" Type="http://schemas.openxmlformats.org/officeDocument/2006/relationships/slideMaster" Target="../slideMasters/slideMaster2.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8.xml.rels><?xml version="1.0" encoding="UTF-8" standalone="yes"?>
<Relationships xmlns="http://schemas.openxmlformats.org/package/2006/relationships"><Relationship Id="rId2" Type="http://schemas.openxmlformats.org/officeDocument/2006/relationships/image" Target="../media/image3.jpg"/><Relationship Id="rId1" Type="http://schemas.openxmlformats.org/officeDocument/2006/relationships/slideMaster" Target="../slideMasters/slideMaster2.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1.xml.rels><?xml version="1.0" encoding="UTF-8" standalone="yes"?>
<Relationships xmlns="http://schemas.openxmlformats.org/package/2006/relationships"><Relationship Id="rId2" Type="http://schemas.openxmlformats.org/officeDocument/2006/relationships/image" Target="../media/image4.jpg"/><Relationship Id="rId1" Type="http://schemas.openxmlformats.org/officeDocument/2006/relationships/slideMaster" Target="../slideMasters/slideMaster2.xml"/></Relationships>
</file>

<file path=ppt/slideLayouts/_rels/slideLayout12.xml.rels><?xml version="1.0" encoding="UTF-8" standalone="yes"?>
<Relationships xmlns="http://schemas.openxmlformats.org/package/2006/relationships"><Relationship Id="rId2" Type="http://schemas.openxmlformats.org/officeDocument/2006/relationships/image" Target="../media/image5.jpg"/><Relationship Id="rId1" Type="http://schemas.openxmlformats.org/officeDocument/2006/relationships/slideMaster" Target="../slideMasters/slideMaster2.xml"/></Relationships>
</file>

<file path=ppt/slideLayouts/_rels/slideLayout13.xml.rels><?xml version="1.0" encoding="UTF-8" standalone="yes"?>
<Relationships xmlns="http://schemas.openxmlformats.org/package/2006/relationships"><Relationship Id="rId2" Type="http://schemas.openxmlformats.org/officeDocument/2006/relationships/image" Target="../media/image5.jpg"/><Relationship Id="rId1" Type="http://schemas.openxmlformats.org/officeDocument/2006/relationships/slideMaster" Target="../slideMasters/slideMaster2.xml"/></Relationships>
</file>

<file path=ppt/slideLayouts/_rels/slideLayout14.xml.rels><?xml version="1.0" encoding="UTF-8" standalone="yes"?>
<Relationships xmlns="http://schemas.openxmlformats.org/package/2006/relationships"><Relationship Id="rId2" Type="http://schemas.openxmlformats.org/officeDocument/2006/relationships/image" Target="../media/image2.jpg"/><Relationship Id="rId1" Type="http://schemas.openxmlformats.org/officeDocument/2006/relationships/slideMaster" Target="../slideMasters/slideMaster2.xml"/></Relationships>
</file>

<file path=ppt/slideLayouts/_rels/slideLayout15.xml.rels><?xml version="1.0" encoding="UTF-8" standalone="yes"?>
<Relationships xmlns="http://schemas.openxmlformats.org/package/2006/relationships"><Relationship Id="rId2" Type="http://schemas.openxmlformats.org/officeDocument/2006/relationships/image" Target="../media/image5.jpg"/><Relationship Id="rId1" Type="http://schemas.openxmlformats.org/officeDocument/2006/relationships/slideMaster" Target="../slideMasters/slideMaster2.xml"/></Relationships>
</file>

<file path=ppt/slideLayouts/_rels/slideLayout16.xml.rels><?xml version="1.0" encoding="UTF-8" standalone="yes"?>
<Relationships xmlns="http://schemas.openxmlformats.org/package/2006/relationships"><Relationship Id="rId2" Type="http://schemas.openxmlformats.org/officeDocument/2006/relationships/image" Target="../media/image2.jpg"/><Relationship Id="rId1" Type="http://schemas.openxmlformats.org/officeDocument/2006/relationships/slideMaster" Target="../slideMasters/slideMaster2.xml"/></Relationships>
</file>

<file path=ppt/slideLayouts/_rels/slideLayout17.xml.rels><?xml version="1.0" encoding="UTF-8" standalone="yes"?>
<Relationships xmlns="http://schemas.openxmlformats.org/package/2006/relationships"><Relationship Id="rId2" Type="http://schemas.openxmlformats.org/officeDocument/2006/relationships/image" Target="../media/image6.jpg"/><Relationship Id="rId1" Type="http://schemas.openxmlformats.org/officeDocument/2006/relationships/slideMaster" Target="../slideMasters/slideMaster2.xml"/></Relationships>
</file>

<file path=ppt/slideLayouts/_rels/slideLayout18.xml.rels><?xml version="1.0" encoding="UTF-8" standalone="yes"?>
<Relationships xmlns="http://schemas.openxmlformats.org/package/2006/relationships"><Relationship Id="rId2" Type="http://schemas.openxmlformats.org/officeDocument/2006/relationships/image" Target="../media/image3.jpg"/><Relationship Id="rId1" Type="http://schemas.openxmlformats.org/officeDocument/2006/relationships/slideMaster" Target="../slideMasters/slideMaster2.xml"/></Relationships>
</file>

<file path=ppt/slideLayouts/_rels/slideLayout19.xml.rels><?xml version="1.0" encoding="UTF-8" standalone="yes"?>
<Relationships xmlns="http://schemas.openxmlformats.org/package/2006/relationships"><Relationship Id="rId2" Type="http://schemas.openxmlformats.org/officeDocument/2006/relationships/image" Target="../media/image3.jpg"/><Relationship Id="rId1" Type="http://schemas.openxmlformats.org/officeDocument/2006/relationships/slideMaster" Target="../slideMasters/slideMaster2.xml"/></Relationships>
</file>

<file path=ppt/slideLayouts/_rels/slideLayout20.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1.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2.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3.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4.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5.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6.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7.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8.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9.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p:cSld name="DEFAULT">
    <p:bg>
      <p:bgRef idx="1001">
        <a:schemeClr val="bg1"/>
      </p:bgRef>
    </p:bg>
    <p:spTree>
      <p:nvGrpSpPr>
        <p:cNvPr id="1" name=""/>
        <p:cNvGrpSpPr/>
        <p:nvPr/>
      </p:nvGrpSpPr>
      <p:grpSpPr>
        <a:xfrm>
          <a:off x="0" y="0"/>
          <a:ext cx="0" cy="0"/>
          <a:chOff x="0" y="0"/>
          <a:chExt cx="0" cy="0"/>
        </a:xfrm>
      </p:grpSpPr>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preserve="1">
  <p:cSld name="Title with Picture">
    <p:bg>
      <p:bgRef idx="1001">
        <a:schemeClr val="bg1"/>
      </p:bgRef>
    </p:bg>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E4336E9A-8E96-CD8C-7598-F87632CD81CF}"/>
              </a:ext>
            </a:extLst>
          </p:cNvPr>
          <p:cNvSpPr>
            <a:spLocks noGrp="1"/>
          </p:cNvSpPr>
          <p:nvPr>
            <p:ph type="ctrTitle"/>
          </p:nvPr>
        </p:nvSpPr>
        <p:spPr>
          <a:xfrm>
            <a:off x="182880" y="5176159"/>
            <a:ext cx="11640312" cy="845493"/>
          </a:xfrm>
        </p:spPr>
        <p:txBody>
          <a:bodyPr vert="horz" lIns="91440" tIns="45720" rIns="91440" bIns="45720" rtlCol="0" anchor="b">
            <a:normAutofit/>
          </a:bodyPr>
          <a:lstStyle>
            <a:lvl1pPr>
              <a:defRPr lang="en-US" sz="4400" dirty="0">
                <a:solidFill>
                  <a:schemeClr val="tx2"/>
                </a:solidFill>
              </a:defRPr>
            </a:lvl1pPr>
          </a:lstStyle>
          <a:p>
            <a:pPr lvl="0"/>
            <a:r>
              <a:rPr lang="en-US"/>
              <a:t>Click to edit Master title style</a:t>
            </a:r>
            <a:endParaRPr lang="en-US" dirty="0"/>
          </a:p>
        </p:txBody>
      </p:sp>
      <p:sp>
        <p:nvSpPr>
          <p:cNvPr id="3" name="Subtitle 2">
            <a:extLst>
              <a:ext uri="{FF2B5EF4-FFF2-40B4-BE49-F238E27FC236}">
                <a16:creationId xmlns:a16="http://schemas.microsoft.com/office/drawing/2014/main" id="{2BDC76B8-60F6-62D3-9F73-E81662203017}"/>
              </a:ext>
            </a:extLst>
          </p:cNvPr>
          <p:cNvSpPr>
            <a:spLocks noGrp="1"/>
          </p:cNvSpPr>
          <p:nvPr>
            <p:ph type="subTitle" idx="1"/>
          </p:nvPr>
        </p:nvSpPr>
        <p:spPr>
          <a:xfrm>
            <a:off x="210313" y="5980176"/>
            <a:ext cx="11612880" cy="530352"/>
          </a:xfrm>
        </p:spPr>
        <p:txBody>
          <a:bodyPr vert="horz" lIns="91440" tIns="45720" rIns="91440" bIns="45720" rtlCol="0">
            <a:normAutofit/>
          </a:bodyPr>
          <a:lstStyle>
            <a:lvl1pPr marL="0" indent="0">
              <a:buNone/>
              <a:defRPr lang="en-US" sz="1600" dirty="0">
                <a:solidFill>
                  <a:schemeClr val="tx2"/>
                </a:solidFill>
              </a:defRPr>
            </a:lvl1pPr>
          </a:lstStyle>
          <a:p>
            <a:pPr lvl="0"/>
            <a:r>
              <a:rPr lang="en-US"/>
              <a:t>Click to edit Master subtitle style</a:t>
            </a:r>
            <a:endParaRPr lang="en-US" dirty="0"/>
          </a:p>
        </p:txBody>
      </p:sp>
      <p:sp>
        <p:nvSpPr>
          <p:cNvPr id="10" name="Picture Placeholder 9">
            <a:extLst>
              <a:ext uri="{FF2B5EF4-FFF2-40B4-BE49-F238E27FC236}">
                <a16:creationId xmlns:a16="http://schemas.microsoft.com/office/drawing/2014/main" id="{150AF6FA-7D1D-1351-A76E-43C54D28FD68}"/>
              </a:ext>
            </a:extLst>
          </p:cNvPr>
          <p:cNvSpPr>
            <a:spLocks noGrp="1"/>
          </p:cNvSpPr>
          <p:nvPr>
            <p:ph type="pic" sz="quarter" idx="13" hasCustomPrompt="1"/>
          </p:nvPr>
        </p:nvSpPr>
        <p:spPr>
          <a:xfrm>
            <a:off x="274220" y="266700"/>
            <a:ext cx="11649456" cy="4853814"/>
          </a:xfrm>
          <a:custGeom>
            <a:avLst/>
            <a:gdLst>
              <a:gd name="connsiteX0" fmla="*/ 291520 w 11651080"/>
              <a:gd name="connsiteY0" fmla="*/ 0 h 4853814"/>
              <a:gd name="connsiteX1" fmla="*/ 11359560 w 11651080"/>
              <a:gd name="connsiteY1" fmla="*/ 0 h 4853814"/>
              <a:gd name="connsiteX2" fmla="*/ 11651080 w 11651080"/>
              <a:gd name="connsiteY2" fmla="*/ 291520 h 4853814"/>
              <a:gd name="connsiteX3" fmla="*/ 11651080 w 11651080"/>
              <a:gd name="connsiteY3" fmla="*/ 4562294 h 4853814"/>
              <a:gd name="connsiteX4" fmla="*/ 11359560 w 11651080"/>
              <a:gd name="connsiteY4" fmla="*/ 4853814 h 4853814"/>
              <a:gd name="connsiteX5" fmla="*/ 291520 w 11651080"/>
              <a:gd name="connsiteY5" fmla="*/ 4853814 h 4853814"/>
              <a:gd name="connsiteX6" fmla="*/ 0 w 11651080"/>
              <a:gd name="connsiteY6" fmla="*/ 4562294 h 4853814"/>
              <a:gd name="connsiteX7" fmla="*/ 0 w 11651080"/>
              <a:gd name="connsiteY7" fmla="*/ 291520 h 4853814"/>
              <a:gd name="connsiteX8" fmla="*/ 291520 w 11651080"/>
              <a:gd name="connsiteY8" fmla="*/ 0 h 4853814"/>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Lst>
            <a:rect l="l" t="t" r="r" b="b"/>
            <a:pathLst>
              <a:path w="11651080" h="4853814">
                <a:moveTo>
                  <a:pt x="291520" y="0"/>
                </a:moveTo>
                <a:lnTo>
                  <a:pt x="11359560" y="0"/>
                </a:lnTo>
                <a:cubicBezTo>
                  <a:pt x="11520562" y="0"/>
                  <a:pt x="11651080" y="130518"/>
                  <a:pt x="11651080" y="291520"/>
                </a:cubicBezTo>
                <a:lnTo>
                  <a:pt x="11651080" y="4562294"/>
                </a:lnTo>
                <a:cubicBezTo>
                  <a:pt x="11651080" y="4723296"/>
                  <a:pt x="11520562" y="4853814"/>
                  <a:pt x="11359560" y="4853814"/>
                </a:cubicBezTo>
                <a:lnTo>
                  <a:pt x="291520" y="4853814"/>
                </a:lnTo>
                <a:cubicBezTo>
                  <a:pt x="130518" y="4853814"/>
                  <a:pt x="0" y="4723296"/>
                  <a:pt x="0" y="4562294"/>
                </a:cubicBezTo>
                <a:lnTo>
                  <a:pt x="0" y="291520"/>
                </a:lnTo>
                <a:cubicBezTo>
                  <a:pt x="0" y="130518"/>
                  <a:pt x="130518" y="0"/>
                  <a:pt x="291520" y="0"/>
                </a:cubicBezTo>
                <a:close/>
              </a:path>
            </a:pathLst>
          </a:custGeom>
          <a:blipFill dpi="0" rotWithShape="1">
            <a:blip r:embed="rId2">
              <a:alphaModFix amt="70000"/>
            </a:blip>
            <a:srcRect/>
            <a:stretch>
              <a:fillRect/>
            </a:stretch>
          </a:blipFill>
        </p:spPr>
        <p:txBody>
          <a:bodyPr wrap="square">
            <a:noAutofit/>
          </a:bodyPr>
          <a:lstStyle>
            <a:lvl1pPr marL="0" indent="0">
              <a:buNone/>
              <a:defRPr/>
            </a:lvl1pPr>
          </a:lstStyle>
          <a:p>
            <a:r>
              <a:rPr lang="en-US" dirty="0"/>
              <a:t> </a:t>
            </a:r>
          </a:p>
        </p:txBody>
      </p:sp>
      <p:sp>
        <p:nvSpPr>
          <p:cNvPr id="5" name="Footer Placeholder 4">
            <a:extLst>
              <a:ext uri="{FF2B5EF4-FFF2-40B4-BE49-F238E27FC236}">
                <a16:creationId xmlns:a16="http://schemas.microsoft.com/office/drawing/2014/main" id="{5B407A58-3351-E479-1A0C-2FF49FA42707}"/>
              </a:ext>
            </a:extLst>
          </p:cNvPr>
          <p:cNvSpPr>
            <a:spLocks noGrp="1"/>
          </p:cNvSpPr>
          <p:nvPr>
            <p:ph type="ftr" sz="quarter" idx="11"/>
          </p:nvPr>
        </p:nvSpPr>
        <p:spPr>
          <a:xfrm>
            <a:off x="182880" y="6391657"/>
            <a:ext cx="2805405" cy="330466"/>
          </a:xfrm>
        </p:spPr>
        <p:txBody>
          <a:bodyPr/>
          <a:lstStyle>
            <a:lvl1pPr>
              <a:defRPr>
                <a:solidFill>
                  <a:schemeClr val="tx2"/>
                </a:solidFill>
                <a:effectLst/>
              </a:defRPr>
            </a:lvl1pPr>
          </a:lstStyle>
          <a:p>
            <a:r>
              <a:rPr lang="en-US"/>
              <a:t>Sample Footer Text</a:t>
            </a:r>
          </a:p>
        </p:txBody>
      </p:sp>
      <p:sp>
        <p:nvSpPr>
          <p:cNvPr id="4" name="Date Placeholder 3">
            <a:extLst>
              <a:ext uri="{FF2B5EF4-FFF2-40B4-BE49-F238E27FC236}">
                <a16:creationId xmlns:a16="http://schemas.microsoft.com/office/drawing/2014/main" id="{EAE2DAFA-435E-AAF9-8B67-495E5AFDCD91}"/>
              </a:ext>
            </a:extLst>
          </p:cNvPr>
          <p:cNvSpPr>
            <a:spLocks noGrp="1"/>
          </p:cNvSpPr>
          <p:nvPr>
            <p:ph type="dt" sz="half" idx="10"/>
          </p:nvPr>
        </p:nvSpPr>
        <p:spPr>
          <a:xfrm>
            <a:off x="8137848" y="6391657"/>
            <a:ext cx="3494314" cy="330466"/>
          </a:xfrm>
        </p:spPr>
        <p:txBody>
          <a:bodyPr/>
          <a:lstStyle>
            <a:lvl1pPr algn="r">
              <a:defRPr>
                <a:solidFill>
                  <a:schemeClr val="tx2"/>
                </a:solidFill>
                <a:effectLst/>
              </a:defRPr>
            </a:lvl1pPr>
          </a:lstStyle>
          <a:p>
            <a:fld id="{7DA2CEDE-2AB4-4FB8-9551-E0AA4222B1A3}" type="datetime1">
              <a:rPr lang="en-US" smtClean="0"/>
              <a:t>9/2/2026</a:t>
            </a:fld>
            <a:endParaRPr lang="en-US" dirty="0"/>
          </a:p>
        </p:txBody>
      </p:sp>
      <p:sp>
        <p:nvSpPr>
          <p:cNvPr id="6" name="Slide Number Placeholder 5">
            <a:extLst>
              <a:ext uri="{FF2B5EF4-FFF2-40B4-BE49-F238E27FC236}">
                <a16:creationId xmlns:a16="http://schemas.microsoft.com/office/drawing/2014/main" id="{81789E10-2433-2ECB-9C92-571B583A4CF1}"/>
              </a:ext>
            </a:extLst>
          </p:cNvPr>
          <p:cNvSpPr>
            <a:spLocks noGrp="1"/>
          </p:cNvSpPr>
          <p:nvPr>
            <p:ph type="sldNum" sz="quarter" idx="12"/>
          </p:nvPr>
        </p:nvSpPr>
        <p:spPr>
          <a:xfrm>
            <a:off x="11632162" y="6391657"/>
            <a:ext cx="429207" cy="330466"/>
          </a:xfrm>
        </p:spPr>
        <p:txBody>
          <a:bodyPr/>
          <a:lstStyle>
            <a:lvl1pPr>
              <a:defRPr>
                <a:solidFill>
                  <a:schemeClr val="tx2"/>
                </a:solidFill>
                <a:effectLst/>
              </a:defRPr>
            </a:lvl1pPr>
          </a:lstStyle>
          <a:p>
            <a:fld id="{5E0677F5-4A8A-4BF1-96BE-3BAE8FBAFE2E}" type="slidenum">
              <a:rPr lang="en-US" smtClean="0"/>
              <a:pPr/>
              <a:t>‹#›</a:t>
            </a:fld>
            <a:endParaRPr lang="en-US"/>
          </a:p>
        </p:txBody>
      </p:sp>
    </p:spTree>
    <p:extLst>
      <p:ext uri="{BB962C8B-B14F-4D97-AF65-F5344CB8AC3E}">
        <p14:creationId xmlns:p14="http://schemas.microsoft.com/office/powerpoint/2010/main" val="4120701751"/>
      </p:ext>
    </p:extLst>
  </p:cSld>
  <p:clrMapOvr>
    <a:overrideClrMapping bg1="dk1" tx1="lt1" bg2="dk2" tx2="lt2" accent1="accent1" accent2="accent2" accent3="accent3" accent4="accent4" accent5="accent5" accent6="accent6" hlink="hlink" folHlink="folHlink"/>
  </p:clrMapOvr>
  <p:hf sldNum="0" hdr="0" ftr="0" dt="0"/>
  <p:extLst>
    <p:ext uri="{DCECCB84-F9BA-43D5-87BE-67443E8EF086}">
      <p15:sldGuideLst xmlns:p15="http://schemas.microsoft.com/office/powerpoint/2012/main">
        <p15:guide id="1" orient="horz" pos="2160">
          <p15:clr>
            <a:srgbClr val="FBAE40"/>
          </p15:clr>
        </p15:guide>
        <p15:guide id="2" pos="3840">
          <p15:clr>
            <a:srgbClr val="FBAE40"/>
          </p15:clr>
        </p15:guide>
      </p15:sldGuideLst>
    </p:ext>
  </p:extLst>
</p:sldLayout>
</file>

<file path=ppt/slideLayouts/slideLayout3.xml><?xml version="1.0" encoding="utf-8"?>
<p:sldLayout xmlns:a="http://schemas.openxmlformats.org/drawingml/2006/main" xmlns:r="http://schemas.openxmlformats.org/officeDocument/2006/relationships" xmlns:p="http://schemas.openxmlformats.org/presentationml/2006/main" type="obj" preserve="1">
  <p:cSld name="Conten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BC7433D9-FD02-59E2-0F81-A0B7201D2DA0}"/>
              </a:ext>
            </a:extLst>
          </p:cNvPr>
          <p:cNvSpPr>
            <a:spLocks noGrp="1"/>
          </p:cNvSpPr>
          <p:nvPr>
            <p:ph type="title"/>
          </p:nvPr>
        </p:nvSpPr>
        <p:spPr/>
        <p:txBody>
          <a:bodyPr/>
          <a:lstStyle/>
          <a:p>
            <a:r>
              <a:rPr lang="en-US"/>
              <a:t>Click to edit Master title style</a:t>
            </a:r>
            <a:endParaRPr lang="en-US" dirty="0"/>
          </a:p>
        </p:txBody>
      </p:sp>
      <p:sp>
        <p:nvSpPr>
          <p:cNvPr id="3" name="Content Placeholder 2">
            <a:extLst>
              <a:ext uri="{FF2B5EF4-FFF2-40B4-BE49-F238E27FC236}">
                <a16:creationId xmlns:a16="http://schemas.microsoft.com/office/drawing/2014/main" id="{6C2DD052-3E45-E789-01F8-33250024ECBD}"/>
              </a:ext>
            </a:extLst>
          </p:cNvPr>
          <p:cNvSpPr>
            <a:spLocks noGrp="1"/>
          </p:cNvSpPr>
          <p:nvPr>
            <p:ph idx="1"/>
          </p:nvPr>
        </p:nvSpPr>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5" name="Footer Placeholder 4">
            <a:extLst>
              <a:ext uri="{FF2B5EF4-FFF2-40B4-BE49-F238E27FC236}">
                <a16:creationId xmlns:a16="http://schemas.microsoft.com/office/drawing/2014/main" id="{B17E6B5E-6174-FD5C-41E8-FFC44C650D7E}"/>
              </a:ext>
            </a:extLst>
          </p:cNvPr>
          <p:cNvSpPr>
            <a:spLocks noGrp="1"/>
          </p:cNvSpPr>
          <p:nvPr>
            <p:ph type="ftr" sz="quarter" idx="11"/>
          </p:nvPr>
        </p:nvSpPr>
        <p:spPr/>
        <p:txBody>
          <a:bodyPr/>
          <a:lstStyle/>
          <a:p>
            <a:r>
              <a:rPr lang="en-US"/>
              <a:t>Sample Footer Text</a:t>
            </a:r>
            <a:endParaRPr lang="en-US" dirty="0"/>
          </a:p>
        </p:txBody>
      </p:sp>
      <p:sp>
        <p:nvSpPr>
          <p:cNvPr id="4" name="Date Placeholder 3">
            <a:extLst>
              <a:ext uri="{FF2B5EF4-FFF2-40B4-BE49-F238E27FC236}">
                <a16:creationId xmlns:a16="http://schemas.microsoft.com/office/drawing/2014/main" id="{0B9485D1-E172-8F0A-A425-3097B3ABCFB4}"/>
              </a:ext>
            </a:extLst>
          </p:cNvPr>
          <p:cNvSpPr>
            <a:spLocks noGrp="1"/>
          </p:cNvSpPr>
          <p:nvPr>
            <p:ph type="dt" sz="half" idx="10"/>
          </p:nvPr>
        </p:nvSpPr>
        <p:spPr/>
        <p:txBody>
          <a:bodyPr/>
          <a:lstStyle/>
          <a:p>
            <a:fld id="{7DA2CEDE-2AB4-4FB8-9551-E0AA4222B1A3}" type="datetime1">
              <a:rPr lang="en-US" smtClean="0"/>
              <a:pPr/>
              <a:t>9/2/2026</a:t>
            </a:fld>
            <a:endParaRPr lang="en-US" dirty="0"/>
          </a:p>
        </p:txBody>
      </p:sp>
      <p:sp>
        <p:nvSpPr>
          <p:cNvPr id="6" name="Slide Number Placeholder 5">
            <a:extLst>
              <a:ext uri="{FF2B5EF4-FFF2-40B4-BE49-F238E27FC236}">
                <a16:creationId xmlns:a16="http://schemas.microsoft.com/office/drawing/2014/main" id="{4BF72154-F85B-E301-DA57-E314D7315916}"/>
              </a:ext>
            </a:extLst>
          </p:cNvPr>
          <p:cNvSpPr>
            <a:spLocks noGrp="1"/>
          </p:cNvSpPr>
          <p:nvPr>
            <p:ph type="sldNum" sz="quarter" idx="12"/>
          </p:nvPr>
        </p:nvSpPr>
        <p:spPr/>
        <p:txBody>
          <a:bodyPr/>
          <a:lstStyle/>
          <a:p>
            <a:fld id="{5E0677F5-4A8A-4BF1-96BE-3BAE8FBAFE2E}" type="slidenum">
              <a:rPr lang="en-US" smtClean="0"/>
              <a:pPr/>
              <a:t>‹#›</a:t>
            </a:fld>
            <a:endParaRPr lang="en-US" dirty="0"/>
          </a:p>
        </p:txBody>
      </p:sp>
    </p:spTree>
    <p:extLst>
      <p:ext uri="{BB962C8B-B14F-4D97-AF65-F5344CB8AC3E}">
        <p14:creationId xmlns:p14="http://schemas.microsoft.com/office/powerpoint/2010/main" val="3052470518"/>
      </p:ext>
    </p:extLst>
  </p:cSld>
  <p:clrMapOvr>
    <a:masterClrMapping/>
  </p:clrMapOvr>
  <p:hf sldNum="0" hdr="0" ftr="0" dt="0"/>
</p:sldLayout>
</file>

<file path=ppt/slideLayouts/slideLayout4.xml><?xml version="1.0" encoding="utf-8"?>
<p:sldLayout xmlns:a="http://schemas.openxmlformats.org/drawingml/2006/main" xmlns:r="http://schemas.openxmlformats.org/officeDocument/2006/relationships" xmlns:p="http://schemas.openxmlformats.org/presentationml/2006/main" preserve="1">
  <p:cSld name="Title with Picture 2">
    <p:bg>
      <p:bgRef idx="1001">
        <a:schemeClr val="bg1"/>
      </p:bgRef>
    </p:bg>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E4336E9A-8E96-CD8C-7598-F87632CD81CF}"/>
              </a:ext>
            </a:extLst>
          </p:cNvPr>
          <p:cNvSpPr>
            <a:spLocks noGrp="1"/>
          </p:cNvSpPr>
          <p:nvPr>
            <p:ph type="ctrTitle"/>
          </p:nvPr>
        </p:nvSpPr>
        <p:spPr>
          <a:xfrm>
            <a:off x="7660262" y="208754"/>
            <a:ext cx="4066072" cy="3725937"/>
          </a:xfrm>
        </p:spPr>
        <p:txBody>
          <a:bodyPr vert="horz" lIns="91440" tIns="45720" rIns="91440" bIns="45720" rtlCol="0" anchor="t">
            <a:normAutofit/>
          </a:bodyPr>
          <a:lstStyle>
            <a:lvl1pPr>
              <a:defRPr lang="en-US" sz="5000" dirty="0">
                <a:solidFill>
                  <a:schemeClr val="tx2"/>
                </a:solidFill>
              </a:defRPr>
            </a:lvl1pPr>
          </a:lstStyle>
          <a:p>
            <a:pPr lvl="0"/>
            <a:r>
              <a:rPr lang="en-US"/>
              <a:t>Click to edit Master title style</a:t>
            </a:r>
            <a:endParaRPr lang="en-US" dirty="0"/>
          </a:p>
        </p:txBody>
      </p:sp>
      <p:sp>
        <p:nvSpPr>
          <p:cNvPr id="3" name="Subtitle 2">
            <a:extLst>
              <a:ext uri="{FF2B5EF4-FFF2-40B4-BE49-F238E27FC236}">
                <a16:creationId xmlns:a16="http://schemas.microsoft.com/office/drawing/2014/main" id="{2BDC76B8-60F6-62D3-9F73-E81662203017}"/>
              </a:ext>
            </a:extLst>
          </p:cNvPr>
          <p:cNvSpPr>
            <a:spLocks noGrp="1"/>
          </p:cNvSpPr>
          <p:nvPr>
            <p:ph type="subTitle" idx="1"/>
          </p:nvPr>
        </p:nvSpPr>
        <p:spPr>
          <a:xfrm>
            <a:off x="7668729" y="4846320"/>
            <a:ext cx="4066072" cy="1380744"/>
          </a:xfrm>
        </p:spPr>
        <p:txBody>
          <a:bodyPr vert="horz" lIns="91440" tIns="45720" rIns="91440" bIns="45720" rtlCol="0" anchor="b">
            <a:normAutofit/>
          </a:bodyPr>
          <a:lstStyle>
            <a:lvl1pPr marL="0" indent="0">
              <a:buNone/>
              <a:defRPr lang="en-US" sz="1600">
                <a:solidFill>
                  <a:schemeClr val="tx2"/>
                </a:solidFill>
              </a:defRPr>
            </a:lvl1pPr>
          </a:lstStyle>
          <a:p>
            <a:pPr lvl="0"/>
            <a:r>
              <a:rPr lang="en-US"/>
              <a:t>Click to edit Master subtitle style</a:t>
            </a:r>
            <a:endParaRPr lang="en-US" dirty="0"/>
          </a:p>
        </p:txBody>
      </p:sp>
      <p:sp>
        <p:nvSpPr>
          <p:cNvPr id="12" name="Picture Placeholder 11">
            <a:extLst>
              <a:ext uri="{FF2B5EF4-FFF2-40B4-BE49-F238E27FC236}">
                <a16:creationId xmlns:a16="http://schemas.microsoft.com/office/drawing/2014/main" id="{7A934108-77F2-43A6-38EF-C1CDEDD103C2}"/>
              </a:ext>
            </a:extLst>
          </p:cNvPr>
          <p:cNvSpPr>
            <a:spLocks noGrp="1"/>
          </p:cNvSpPr>
          <p:nvPr>
            <p:ph type="pic" sz="quarter" idx="13" hasCustomPrompt="1"/>
          </p:nvPr>
        </p:nvSpPr>
        <p:spPr>
          <a:xfrm>
            <a:off x="274320" y="266699"/>
            <a:ext cx="7238998" cy="6322891"/>
          </a:xfrm>
          <a:custGeom>
            <a:avLst/>
            <a:gdLst>
              <a:gd name="connsiteX0" fmla="*/ 291359 w 7238998"/>
              <a:gd name="connsiteY0" fmla="*/ 0 h 6322891"/>
              <a:gd name="connsiteX1" fmla="*/ 6947639 w 7238998"/>
              <a:gd name="connsiteY1" fmla="*/ 0 h 6322891"/>
              <a:gd name="connsiteX2" fmla="*/ 7238998 w 7238998"/>
              <a:gd name="connsiteY2" fmla="*/ 291359 h 6322891"/>
              <a:gd name="connsiteX3" fmla="*/ 7238998 w 7238998"/>
              <a:gd name="connsiteY3" fmla="*/ 6031532 h 6322891"/>
              <a:gd name="connsiteX4" fmla="*/ 6947639 w 7238998"/>
              <a:gd name="connsiteY4" fmla="*/ 6322891 h 6322891"/>
              <a:gd name="connsiteX5" fmla="*/ 291359 w 7238998"/>
              <a:gd name="connsiteY5" fmla="*/ 6322891 h 6322891"/>
              <a:gd name="connsiteX6" fmla="*/ 0 w 7238998"/>
              <a:gd name="connsiteY6" fmla="*/ 6031532 h 6322891"/>
              <a:gd name="connsiteX7" fmla="*/ 0 w 7238998"/>
              <a:gd name="connsiteY7" fmla="*/ 291359 h 6322891"/>
              <a:gd name="connsiteX8" fmla="*/ 291359 w 7238998"/>
              <a:gd name="connsiteY8" fmla="*/ 0 h 6322891"/>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Lst>
            <a:rect l="l" t="t" r="r" b="b"/>
            <a:pathLst>
              <a:path w="7238998" h="6322891">
                <a:moveTo>
                  <a:pt x="291359" y="0"/>
                </a:moveTo>
                <a:lnTo>
                  <a:pt x="6947639" y="0"/>
                </a:lnTo>
                <a:cubicBezTo>
                  <a:pt x="7108552" y="0"/>
                  <a:pt x="7238998" y="130446"/>
                  <a:pt x="7238998" y="291359"/>
                </a:cubicBezTo>
                <a:lnTo>
                  <a:pt x="7238998" y="6031532"/>
                </a:lnTo>
                <a:cubicBezTo>
                  <a:pt x="7238998" y="6192445"/>
                  <a:pt x="7108552" y="6322891"/>
                  <a:pt x="6947639" y="6322891"/>
                </a:cubicBezTo>
                <a:lnTo>
                  <a:pt x="291359" y="6322891"/>
                </a:lnTo>
                <a:cubicBezTo>
                  <a:pt x="130446" y="6322891"/>
                  <a:pt x="0" y="6192445"/>
                  <a:pt x="0" y="6031532"/>
                </a:cubicBezTo>
                <a:lnTo>
                  <a:pt x="0" y="291359"/>
                </a:lnTo>
                <a:cubicBezTo>
                  <a:pt x="0" y="130446"/>
                  <a:pt x="130446" y="0"/>
                  <a:pt x="291359" y="0"/>
                </a:cubicBezTo>
                <a:close/>
              </a:path>
            </a:pathLst>
          </a:custGeom>
          <a:blipFill dpi="0" rotWithShape="1">
            <a:blip r:embed="rId2">
              <a:alphaModFix amt="70000"/>
            </a:blip>
            <a:srcRect/>
            <a:stretch>
              <a:fillRect/>
            </a:stretch>
          </a:blipFill>
        </p:spPr>
        <p:txBody>
          <a:bodyPr wrap="square">
            <a:noAutofit/>
          </a:bodyPr>
          <a:lstStyle>
            <a:lvl1pPr marL="0" indent="0">
              <a:buNone/>
              <a:defRPr/>
            </a:lvl1pPr>
          </a:lstStyle>
          <a:p>
            <a:r>
              <a:rPr lang="en-US" dirty="0"/>
              <a:t> </a:t>
            </a:r>
          </a:p>
        </p:txBody>
      </p:sp>
      <p:sp>
        <p:nvSpPr>
          <p:cNvPr id="5" name="Footer Placeholder 4">
            <a:extLst>
              <a:ext uri="{FF2B5EF4-FFF2-40B4-BE49-F238E27FC236}">
                <a16:creationId xmlns:a16="http://schemas.microsoft.com/office/drawing/2014/main" id="{5B407A58-3351-E479-1A0C-2FF49FA42707}"/>
              </a:ext>
            </a:extLst>
          </p:cNvPr>
          <p:cNvSpPr>
            <a:spLocks noGrp="1"/>
          </p:cNvSpPr>
          <p:nvPr>
            <p:ph type="ftr" sz="quarter" idx="11"/>
          </p:nvPr>
        </p:nvSpPr>
        <p:spPr>
          <a:xfrm>
            <a:off x="7666481" y="6391656"/>
            <a:ext cx="2703777" cy="338328"/>
          </a:xfrm>
        </p:spPr>
        <p:txBody>
          <a:bodyPr/>
          <a:lstStyle>
            <a:lvl1pPr>
              <a:defRPr>
                <a:solidFill>
                  <a:schemeClr val="tx2"/>
                </a:solidFill>
              </a:defRPr>
            </a:lvl1pPr>
          </a:lstStyle>
          <a:p>
            <a:r>
              <a:rPr lang="en-US"/>
              <a:t>Sample Footer Text</a:t>
            </a:r>
          </a:p>
        </p:txBody>
      </p:sp>
      <p:sp>
        <p:nvSpPr>
          <p:cNvPr id="4" name="Date Placeholder 3">
            <a:extLst>
              <a:ext uri="{FF2B5EF4-FFF2-40B4-BE49-F238E27FC236}">
                <a16:creationId xmlns:a16="http://schemas.microsoft.com/office/drawing/2014/main" id="{EAE2DAFA-435E-AAF9-8B67-495E5AFDCD91}"/>
              </a:ext>
            </a:extLst>
          </p:cNvPr>
          <p:cNvSpPr>
            <a:spLocks noGrp="1"/>
          </p:cNvSpPr>
          <p:nvPr>
            <p:ph type="dt" sz="half" idx="10"/>
          </p:nvPr>
        </p:nvSpPr>
        <p:spPr>
          <a:xfrm>
            <a:off x="10477500" y="6391656"/>
            <a:ext cx="1032084" cy="338328"/>
          </a:xfrm>
        </p:spPr>
        <p:txBody>
          <a:bodyPr/>
          <a:lstStyle>
            <a:lvl1pPr>
              <a:defRPr>
                <a:solidFill>
                  <a:schemeClr val="tx2"/>
                </a:solidFill>
                <a:effectLst/>
              </a:defRPr>
            </a:lvl1pPr>
          </a:lstStyle>
          <a:p>
            <a:fld id="{21560963-1EEA-4BDE-8FF9-3FEE13B5D43C}" type="datetime1">
              <a:rPr lang="en-US" smtClean="0"/>
              <a:t>9/2/2026</a:t>
            </a:fld>
            <a:endParaRPr lang="en-US"/>
          </a:p>
        </p:txBody>
      </p:sp>
      <p:sp>
        <p:nvSpPr>
          <p:cNvPr id="6" name="Slide Number Placeholder 5">
            <a:extLst>
              <a:ext uri="{FF2B5EF4-FFF2-40B4-BE49-F238E27FC236}">
                <a16:creationId xmlns:a16="http://schemas.microsoft.com/office/drawing/2014/main" id="{81789E10-2433-2ECB-9C92-571B583A4CF1}"/>
              </a:ext>
            </a:extLst>
          </p:cNvPr>
          <p:cNvSpPr>
            <a:spLocks noGrp="1"/>
          </p:cNvSpPr>
          <p:nvPr>
            <p:ph type="sldNum" sz="quarter" idx="12"/>
          </p:nvPr>
        </p:nvSpPr>
        <p:spPr>
          <a:xfrm>
            <a:off x="11509584" y="6388837"/>
            <a:ext cx="457200" cy="338328"/>
          </a:xfrm>
        </p:spPr>
        <p:txBody>
          <a:bodyPr/>
          <a:lstStyle>
            <a:lvl1pPr>
              <a:defRPr>
                <a:solidFill>
                  <a:schemeClr val="tx2"/>
                </a:solidFill>
              </a:defRPr>
            </a:lvl1pPr>
          </a:lstStyle>
          <a:p>
            <a:fld id="{5E0677F5-4A8A-4BF1-96BE-3BAE8FBAFE2E}" type="slidenum">
              <a:rPr lang="en-US" smtClean="0"/>
              <a:t>‹#›</a:t>
            </a:fld>
            <a:endParaRPr lang="en-US"/>
          </a:p>
        </p:txBody>
      </p:sp>
    </p:spTree>
    <p:extLst>
      <p:ext uri="{BB962C8B-B14F-4D97-AF65-F5344CB8AC3E}">
        <p14:creationId xmlns:p14="http://schemas.microsoft.com/office/powerpoint/2010/main" val="1192476615"/>
      </p:ext>
    </p:extLst>
  </p:cSld>
  <p:clrMapOvr>
    <a:overrideClrMapping bg1="dk1" tx1="lt1" bg2="dk2" tx2="lt2" accent1="accent1" accent2="accent2" accent3="accent3" accent4="accent4" accent5="accent5" accent6="accent6" hlink="hlink" folHlink="folHlink"/>
  </p:clrMapOvr>
  <p:hf sldNum="0" hdr="0" ftr="0" dt="0"/>
  <p:extLst>
    <p:ext uri="{DCECCB84-F9BA-43D5-87BE-67443E8EF086}">
      <p15:sldGuideLst xmlns:p15="http://schemas.microsoft.com/office/powerpoint/2012/main"/>
    </p:ext>
  </p:extLst>
</p:sldLayout>
</file>

<file path=ppt/slideLayouts/slideLayout5.xml><?xml version="1.0" encoding="utf-8"?>
<p:sldLayout xmlns:a="http://schemas.openxmlformats.org/drawingml/2006/main" xmlns:r="http://schemas.openxmlformats.org/officeDocument/2006/relationships" xmlns:p="http://schemas.openxmlformats.org/presentationml/2006/main" type="title" preserve="1">
  <p:cSld name="Title">
    <p:bg>
      <p:bgRef idx="1001">
        <a:schemeClr val="bg1"/>
      </p:bgRef>
    </p:bg>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E4336E9A-8E96-CD8C-7598-F87632CD81CF}"/>
              </a:ext>
            </a:extLst>
          </p:cNvPr>
          <p:cNvSpPr>
            <a:spLocks noGrp="1"/>
          </p:cNvSpPr>
          <p:nvPr>
            <p:ph type="ctrTitle"/>
          </p:nvPr>
        </p:nvSpPr>
        <p:spPr>
          <a:xfrm>
            <a:off x="2018598" y="1529542"/>
            <a:ext cx="8154804" cy="2323883"/>
          </a:xfrm>
        </p:spPr>
        <p:txBody>
          <a:bodyPr anchor="b">
            <a:normAutofit/>
          </a:bodyPr>
          <a:lstStyle>
            <a:lvl1pPr algn="ctr">
              <a:defRPr sz="5400">
                <a:solidFill>
                  <a:schemeClr val="tx2"/>
                </a:solidFill>
              </a:defRPr>
            </a:lvl1pPr>
          </a:lstStyle>
          <a:p>
            <a:r>
              <a:rPr lang="en-US"/>
              <a:t>Click to edit Master title style</a:t>
            </a:r>
            <a:endParaRPr lang="en-US" dirty="0"/>
          </a:p>
        </p:txBody>
      </p:sp>
      <p:sp>
        <p:nvSpPr>
          <p:cNvPr id="3" name="Subtitle 2">
            <a:extLst>
              <a:ext uri="{FF2B5EF4-FFF2-40B4-BE49-F238E27FC236}">
                <a16:creationId xmlns:a16="http://schemas.microsoft.com/office/drawing/2014/main" id="{2BDC76B8-60F6-62D3-9F73-E81662203017}"/>
              </a:ext>
            </a:extLst>
          </p:cNvPr>
          <p:cNvSpPr>
            <a:spLocks noGrp="1"/>
          </p:cNvSpPr>
          <p:nvPr>
            <p:ph type="subTitle" idx="1"/>
          </p:nvPr>
        </p:nvSpPr>
        <p:spPr>
          <a:xfrm>
            <a:off x="3110715" y="4053504"/>
            <a:ext cx="5970570" cy="1072678"/>
          </a:xfrm>
        </p:spPr>
        <p:txBody>
          <a:bodyPr anchor="t">
            <a:normAutofit/>
          </a:bodyPr>
          <a:lstStyle>
            <a:lvl1pPr marL="0" indent="0" algn="ctr">
              <a:buNone/>
              <a:defRPr sz="1600">
                <a:solidFill>
                  <a:schemeClr val="tx2"/>
                </a:solidFill>
              </a:defRPr>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n-US"/>
              <a:t>Click to edit Master subtitle style</a:t>
            </a:r>
            <a:endParaRPr lang="en-US" dirty="0"/>
          </a:p>
        </p:txBody>
      </p:sp>
      <p:sp>
        <p:nvSpPr>
          <p:cNvPr id="5" name="Footer Placeholder 4">
            <a:extLst>
              <a:ext uri="{FF2B5EF4-FFF2-40B4-BE49-F238E27FC236}">
                <a16:creationId xmlns:a16="http://schemas.microsoft.com/office/drawing/2014/main" id="{5B407A58-3351-E479-1A0C-2FF49FA42707}"/>
              </a:ext>
            </a:extLst>
          </p:cNvPr>
          <p:cNvSpPr>
            <a:spLocks noGrp="1"/>
          </p:cNvSpPr>
          <p:nvPr>
            <p:ph type="ftr" sz="quarter" idx="11"/>
          </p:nvPr>
        </p:nvSpPr>
        <p:spPr/>
        <p:txBody>
          <a:bodyPr/>
          <a:lstStyle>
            <a:lvl1pPr>
              <a:defRPr>
                <a:solidFill>
                  <a:schemeClr val="tx2"/>
                </a:solidFill>
              </a:defRPr>
            </a:lvl1pPr>
          </a:lstStyle>
          <a:p>
            <a:r>
              <a:rPr lang="en-US"/>
              <a:t>Sample Footer Text</a:t>
            </a:r>
          </a:p>
        </p:txBody>
      </p:sp>
      <p:sp>
        <p:nvSpPr>
          <p:cNvPr id="4" name="Date Placeholder 3">
            <a:extLst>
              <a:ext uri="{FF2B5EF4-FFF2-40B4-BE49-F238E27FC236}">
                <a16:creationId xmlns:a16="http://schemas.microsoft.com/office/drawing/2014/main" id="{EAE2DAFA-435E-AAF9-8B67-495E5AFDCD91}"/>
              </a:ext>
            </a:extLst>
          </p:cNvPr>
          <p:cNvSpPr>
            <a:spLocks noGrp="1"/>
          </p:cNvSpPr>
          <p:nvPr>
            <p:ph type="dt" sz="half" idx="10"/>
          </p:nvPr>
        </p:nvSpPr>
        <p:spPr/>
        <p:txBody>
          <a:bodyPr/>
          <a:lstStyle>
            <a:lvl1pPr>
              <a:defRPr>
                <a:solidFill>
                  <a:schemeClr val="tx2"/>
                </a:solidFill>
              </a:defRPr>
            </a:lvl1pPr>
          </a:lstStyle>
          <a:p>
            <a:fld id="{7DA2CEDE-2AB4-4FB8-9551-E0AA4222B1A3}" type="datetime1">
              <a:rPr lang="en-US" smtClean="0"/>
              <a:t>9/2/2026</a:t>
            </a:fld>
            <a:endParaRPr lang="en-US"/>
          </a:p>
        </p:txBody>
      </p:sp>
      <p:sp>
        <p:nvSpPr>
          <p:cNvPr id="6" name="Slide Number Placeholder 5">
            <a:extLst>
              <a:ext uri="{FF2B5EF4-FFF2-40B4-BE49-F238E27FC236}">
                <a16:creationId xmlns:a16="http://schemas.microsoft.com/office/drawing/2014/main" id="{81789E10-2433-2ECB-9C92-571B583A4CF1}"/>
              </a:ext>
            </a:extLst>
          </p:cNvPr>
          <p:cNvSpPr>
            <a:spLocks noGrp="1"/>
          </p:cNvSpPr>
          <p:nvPr>
            <p:ph type="sldNum" sz="quarter" idx="12"/>
          </p:nvPr>
        </p:nvSpPr>
        <p:spPr/>
        <p:txBody>
          <a:bodyPr/>
          <a:lstStyle>
            <a:lvl1pPr>
              <a:defRPr>
                <a:solidFill>
                  <a:schemeClr val="tx2"/>
                </a:solidFill>
              </a:defRPr>
            </a:lvl1pPr>
          </a:lstStyle>
          <a:p>
            <a:fld id="{5E0677F5-4A8A-4BF1-96BE-3BAE8FBAFE2E}" type="slidenum">
              <a:rPr lang="en-US" smtClean="0"/>
              <a:pPr/>
              <a:t>‹#›</a:t>
            </a:fld>
            <a:endParaRPr lang="en-US"/>
          </a:p>
        </p:txBody>
      </p:sp>
    </p:spTree>
    <p:extLst>
      <p:ext uri="{BB962C8B-B14F-4D97-AF65-F5344CB8AC3E}">
        <p14:creationId xmlns:p14="http://schemas.microsoft.com/office/powerpoint/2010/main" val="2033640482"/>
      </p:ext>
    </p:extLst>
  </p:cSld>
  <p:clrMapOvr>
    <a:overrideClrMapping bg1="dk1" tx1="lt1" bg2="dk2" tx2="lt2" accent1="accent1" accent2="accent2" accent3="accent3" accent4="accent4" accent5="accent5" accent6="accent6" hlink="hlink" folHlink="folHlink"/>
  </p:clrMapOvr>
  <p:hf sldNum="0" hdr="0" ftr="0" dt="0"/>
  <p:extLst>
    <p:ext uri="{DCECCB84-F9BA-43D5-87BE-67443E8EF086}">
      <p15:sldGuideLst xmlns:p15="http://schemas.microsoft.com/office/powerpoint/2012/main"/>
    </p:ext>
  </p:extLst>
</p:sldLayout>
</file>

<file path=ppt/slideLayouts/slideLayout6.xml><?xml version="1.0" encoding="utf-8"?>
<p:sldLayout xmlns:a="http://schemas.openxmlformats.org/drawingml/2006/main" xmlns:r="http://schemas.openxmlformats.org/officeDocument/2006/relationships" xmlns:p="http://schemas.openxmlformats.org/presentationml/2006/main" preserve="1">
  <p:cSld name="Section Header">
    <p:bg>
      <p:bgPr>
        <a:solidFill>
          <a:schemeClr val="accent1"/>
        </a:solidFill>
        <a:effectLst/>
      </p:bgPr>
    </p:bg>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8892EA34-13CC-54C1-DE3D-4F1D5D55C9A7}"/>
              </a:ext>
            </a:extLst>
          </p:cNvPr>
          <p:cNvSpPr>
            <a:spLocks noGrp="1"/>
          </p:cNvSpPr>
          <p:nvPr>
            <p:ph type="title"/>
          </p:nvPr>
        </p:nvSpPr>
        <p:spPr>
          <a:xfrm>
            <a:off x="157729" y="3200400"/>
            <a:ext cx="9002895" cy="3582184"/>
          </a:xfrm>
        </p:spPr>
        <p:txBody>
          <a:bodyPr anchor="b">
            <a:normAutofit/>
          </a:bodyPr>
          <a:lstStyle>
            <a:lvl1pPr>
              <a:defRPr sz="6900">
                <a:solidFill>
                  <a:schemeClr val="tx2"/>
                </a:solidFill>
              </a:defRPr>
            </a:lvl1pPr>
          </a:lstStyle>
          <a:p>
            <a:r>
              <a:rPr lang="en-US"/>
              <a:t>Click to edit Master title style</a:t>
            </a:r>
            <a:endParaRPr lang="en-US" dirty="0"/>
          </a:p>
        </p:txBody>
      </p:sp>
      <p:sp>
        <p:nvSpPr>
          <p:cNvPr id="5" name="Footer Placeholder 4">
            <a:extLst>
              <a:ext uri="{FF2B5EF4-FFF2-40B4-BE49-F238E27FC236}">
                <a16:creationId xmlns:a16="http://schemas.microsoft.com/office/drawing/2014/main" id="{9F1849E7-8E94-3B02-239C-AAB481596BFD}"/>
              </a:ext>
            </a:extLst>
          </p:cNvPr>
          <p:cNvSpPr>
            <a:spLocks noGrp="1"/>
          </p:cNvSpPr>
          <p:nvPr>
            <p:ph type="ftr" sz="quarter" idx="11"/>
          </p:nvPr>
        </p:nvSpPr>
        <p:spPr>
          <a:xfrm>
            <a:off x="178704" y="141216"/>
            <a:ext cx="2703777" cy="338328"/>
          </a:xfrm>
        </p:spPr>
        <p:txBody>
          <a:bodyPr/>
          <a:lstStyle>
            <a:lvl1pPr>
              <a:defRPr>
                <a:solidFill>
                  <a:schemeClr val="tx2"/>
                </a:solidFill>
              </a:defRPr>
            </a:lvl1pPr>
          </a:lstStyle>
          <a:p>
            <a:r>
              <a:rPr lang="en-US"/>
              <a:t>Sample Footer Text</a:t>
            </a:r>
          </a:p>
        </p:txBody>
      </p:sp>
      <p:sp>
        <p:nvSpPr>
          <p:cNvPr id="4" name="Date Placeholder 3">
            <a:extLst>
              <a:ext uri="{FF2B5EF4-FFF2-40B4-BE49-F238E27FC236}">
                <a16:creationId xmlns:a16="http://schemas.microsoft.com/office/drawing/2014/main" id="{8F845713-EE4C-7615-B812-531C14CF0CA2}"/>
              </a:ext>
            </a:extLst>
          </p:cNvPr>
          <p:cNvSpPr>
            <a:spLocks noGrp="1"/>
          </p:cNvSpPr>
          <p:nvPr>
            <p:ph type="dt" sz="half" idx="10"/>
          </p:nvPr>
        </p:nvSpPr>
        <p:spPr>
          <a:xfrm>
            <a:off x="10477500" y="141216"/>
            <a:ext cx="1032084" cy="338328"/>
          </a:xfrm>
        </p:spPr>
        <p:txBody>
          <a:bodyPr/>
          <a:lstStyle>
            <a:lvl1pPr>
              <a:defRPr>
                <a:solidFill>
                  <a:schemeClr val="tx2"/>
                </a:solidFill>
              </a:defRPr>
            </a:lvl1pPr>
          </a:lstStyle>
          <a:p>
            <a:fld id="{7DA2CEDE-2AB4-4FB8-9551-E0AA4222B1A3}" type="datetime1">
              <a:rPr lang="en-US" smtClean="0"/>
              <a:t>9/2/2026</a:t>
            </a:fld>
            <a:endParaRPr lang="en-US"/>
          </a:p>
        </p:txBody>
      </p:sp>
      <p:sp>
        <p:nvSpPr>
          <p:cNvPr id="6" name="Slide Number Placeholder 5">
            <a:extLst>
              <a:ext uri="{FF2B5EF4-FFF2-40B4-BE49-F238E27FC236}">
                <a16:creationId xmlns:a16="http://schemas.microsoft.com/office/drawing/2014/main" id="{70644BD7-C050-D052-8408-65ADAAF674FF}"/>
              </a:ext>
            </a:extLst>
          </p:cNvPr>
          <p:cNvSpPr>
            <a:spLocks noGrp="1"/>
          </p:cNvSpPr>
          <p:nvPr>
            <p:ph type="sldNum" sz="quarter" idx="12"/>
          </p:nvPr>
        </p:nvSpPr>
        <p:spPr>
          <a:xfrm>
            <a:off x="11509584" y="141216"/>
            <a:ext cx="457200" cy="338328"/>
          </a:xfrm>
        </p:spPr>
        <p:txBody>
          <a:bodyPr/>
          <a:lstStyle>
            <a:lvl1pPr>
              <a:defRPr>
                <a:solidFill>
                  <a:schemeClr val="tx2"/>
                </a:solidFill>
              </a:defRPr>
            </a:lvl1pPr>
          </a:lstStyle>
          <a:p>
            <a:fld id="{5E0677F5-4A8A-4BF1-96BE-3BAE8FBAFE2E}" type="slidenum">
              <a:rPr lang="en-US" smtClean="0"/>
              <a:pPr/>
              <a:t>‹#›</a:t>
            </a:fld>
            <a:endParaRPr lang="en-US"/>
          </a:p>
        </p:txBody>
      </p:sp>
    </p:spTree>
    <p:extLst>
      <p:ext uri="{BB962C8B-B14F-4D97-AF65-F5344CB8AC3E}">
        <p14:creationId xmlns:p14="http://schemas.microsoft.com/office/powerpoint/2010/main" val="2511647655"/>
      </p:ext>
    </p:extLst>
  </p:cSld>
  <p:clrMapOvr>
    <a:overrideClrMapping bg1="dk1" tx1="lt1" bg2="dk2" tx2="lt2" accent1="accent1" accent2="accent2" accent3="accent3" accent4="accent4" accent5="accent5" accent6="accent6" hlink="hlink" folHlink="folHlink"/>
  </p:clrMapOvr>
  <p:hf sldNum="0" hdr="0" ftr="0" dt="0"/>
</p:sldLayout>
</file>

<file path=ppt/slideLayouts/slideLayout7.xml><?xml version="1.0" encoding="utf-8"?>
<p:sldLayout xmlns:a="http://schemas.openxmlformats.org/drawingml/2006/main" xmlns:r="http://schemas.openxmlformats.org/officeDocument/2006/relationships" xmlns:p="http://schemas.openxmlformats.org/presentationml/2006/main" preserve="1">
  <p:cSld name="Agenda">
    <p:bg>
      <p:bgRef idx="1001">
        <a:schemeClr val="bg2"/>
      </p:bgRef>
    </p:bg>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4E4019F8-742E-9EEF-F591-C9666AC32AF1}"/>
              </a:ext>
            </a:extLst>
          </p:cNvPr>
          <p:cNvSpPr>
            <a:spLocks noGrp="1"/>
          </p:cNvSpPr>
          <p:nvPr>
            <p:ph type="title"/>
          </p:nvPr>
        </p:nvSpPr>
        <p:spPr>
          <a:xfrm>
            <a:off x="133815" y="189689"/>
            <a:ext cx="11341905" cy="1629485"/>
          </a:xfrm>
        </p:spPr>
        <p:txBody>
          <a:bodyPr anchor="t">
            <a:normAutofit/>
          </a:bodyPr>
          <a:lstStyle>
            <a:lvl1pPr>
              <a:defRPr sz="7600" baseline="0"/>
            </a:lvl1pPr>
          </a:lstStyle>
          <a:p>
            <a:r>
              <a:rPr lang="en-US"/>
              <a:t>Click to edit Master title style</a:t>
            </a:r>
            <a:endParaRPr lang="en-US" dirty="0"/>
          </a:p>
        </p:txBody>
      </p:sp>
      <p:sp>
        <p:nvSpPr>
          <p:cNvPr id="7" name="Content Placeholder 6">
            <a:extLst>
              <a:ext uri="{FF2B5EF4-FFF2-40B4-BE49-F238E27FC236}">
                <a16:creationId xmlns:a16="http://schemas.microsoft.com/office/drawing/2014/main" id="{28C8B19A-6FC1-2B71-0BFB-9274CBF396B9}"/>
              </a:ext>
            </a:extLst>
          </p:cNvPr>
          <p:cNvSpPr>
            <a:spLocks noGrp="1"/>
          </p:cNvSpPr>
          <p:nvPr>
            <p:ph sz="quarter" idx="13"/>
          </p:nvPr>
        </p:nvSpPr>
        <p:spPr>
          <a:xfrm>
            <a:off x="6096000" y="2362200"/>
            <a:ext cx="5829300" cy="3810000"/>
          </a:xfrm>
        </p:spPr>
        <p:txBody>
          <a:bodyPr vert="horz" lIns="91440" tIns="45720" rIns="91440" bIns="45720" rtlCol="0" anchor="b">
            <a:normAutofit/>
          </a:bodyPr>
          <a:lstStyle>
            <a:lvl1pPr marL="457200" indent="-457200">
              <a:buFont typeface="+mj-lt"/>
              <a:buAutoNum type="arabicPeriod"/>
              <a:defRPr lang="en-US" sz="1600" dirty="0"/>
            </a:lvl1pPr>
            <a:lvl2pPr marL="571500" indent="-342900">
              <a:buFont typeface="+mj-lt"/>
              <a:buAutoNum type="arabicPeriod"/>
              <a:defRPr lang="en-US" sz="1600" dirty="0"/>
            </a:lvl2pPr>
            <a:lvl3pPr marL="800100" indent="-342900">
              <a:buFont typeface="+mj-lt"/>
              <a:buAutoNum type="arabicPeriod"/>
              <a:defRPr lang="en-US" sz="1600" dirty="0"/>
            </a:lvl3pPr>
            <a:lvl4pPr>
              <a:buFont typeface="+mj-lt"/>
              <a:buAutoNum type="arabicPeriod"/>
              <a:defRPr lang="en-US" sz="1600" dirty="0"/>
            </a:lvl4pPr>
            <a:lvl5pPr>
              <a:buFont typeface="+mj-lt"/>
              <a:buAutoNum type="arabicPeriod"/>
              <a:defRPr lang="en-US" sz="1600" dirty="0"/>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Footer Placeholder 3">
            <a:extLst>
              <a:ext uri="{FF2B5EF4-FFF2-40B4-BE49-F238E27FC236}">
                <a16:creationId xmlns:a16="http://schemas.microsoft.com/office/drawing/2014/main" id="{0B12CFE6-D05E-5478-B3A4-81DC4DCD7410}"/>
              </a:ext>
            </a:extLst>
          </p:cNvPr>
          <p:cNvSpPr>
            <a:spLocks noGrp="1"/>
          </p:cNvSpPr>
          <p:nvPr>
            <p:ph type="ftr" sz="quarter" idx="11"/>
          </p:nvPr>
        </p:nvSpPr>
        <p:spPr/>
        <p:txBody>
          <a:bodyPr/>
          <a:lstStyle/>
          <a:p>
            <a:r>
              <a:rPr lang="en-US"/>
              <a:t>Sample Footer Text</a:t>
            </a:r>
          </a:p>
        </p:txBody>
      </p:sp>
      <p:sp>
        <p:nvSpPr>
          <p:cNvPr id="3" name="Date Placeholder 2">
            <a:extLst>
              <a:ext uri="{FF2B5EF4-FFF2-40B4-BE49-F238E27FC236}">
                <a16:creationId xmlns:a16="http://schemas.microsoft.com/office/drawing/2014/main" id="{6CC77F2D-39D2-22F7-CF0B-39D63EBF00B7}"/>
              </a:ext>
            </a:extLst>
          </p:cNvPr>
          <p:cNvSpPr>
            <a:spLocks noGrp="1"/>
          </p:cNvSpPr>
          <p:nvPr>
            <p:ph type="dt" sz="half" idx="10"/>
          </p:nvPr>
        </p:nvSpPr>
        <p:spPr/>
        <p:txBody>
          <a:bodyPr/>
          <a:lstStyle/>
          <a:p>
            <a:fld id="{7DA2CEDE-2AB4-4FB8-9551-E0AA4222B1A3}" type="datetime1">
              <a:rPr lang="en-US" smtClean="0"/>
              <a:t>9/2/2026</a:t>
            </a:fld>
            <a:endParaRPr lang="en-US"/>
          </a:p>
        </p:txBody>
      </p:sp>
      <p:sp>
        <p:nvSpPr>
          <p:cNvPr id="5" name="Slide Number Placeholder 4">
            <a:extLst>
              <a:ext uri="{FF2B5EF4-FFF2-40B4-BE49-F238E27FC236}">
                <a16:creationId xmlns:a16="http://schemas.microsoft.com/office/drawing/2014/main" id="{626B86D3-24E1-029E-BA22-9F17F9517D65}"/>
              </a:ext>
            </a:extLst>
          </p:cNvPr>
          <p:cNvSpPr>
            <a:spLocks noGrp="1"/>
          </p:cNvSpPr>
          <p:nvPr>
            <p:ph type="sldNum" sz="quarter" idx="12"/>
          </p:nvPr>
        </p:nvSpPr>
        <p:spPr/>
        <p:txBody>
          <a:bodyPr/>
          <a:lstStyle/>
          <a:p>
            <a:fld id="{5E0677F5-4A8A-4BF1-96BE-3BAE8FBAFE2E}" type="slidenum">
              <a:rPr lang="en-US" smtClean="0"/>
              <a:pPr/>
              <a:t>‹#›</a:t>
            </a:fld>
            <a:endParaRPr lang="en-US"/>
          </a:p>
        </p:txBody>
      </p:sp>
    </p:spTree>
    <p:extLst>
      <p:ext uri="{BB962C8B-B14F-4D97-AF65-F5344CB8AC3E}">
        <p14:creationId xmlns:p14="http://schemas.microsoft.com/office/powerpoint/2010/main" val="1448096217"/>
      </p:ext>
    </p:extLst>
  </p:cSld>
  <p:clrMapOvr>
    <a:overrideClrMapping bg1="lt1" tx1="dk1" bg2="lt2" tx2="dk2" accent1="accent1" accent2="accent2" accent3="accent3" accent4="accent4" accent5="accent5" accent6="accent6" hlink="hlink" folHlink="folHlink"/>
  </p:clrMapOvr>
  <p:hf sldNum="0" hdr="0" ftr="0" dt="0"/>
</p:sldLayout>
</file>

<file path=ppt/slideLayouts/slideLayout8.xml><?xml version="1.0" encoding="utf-8"?>
<p:sldLayout xmlns:a="http://schemas.openxmlformats.org/drawingml/2006/main" xmlns:r="http://schemas.openxmlformats.org/officeDocument/2006/relationships" xmlns:p="http://schemas.openxmlformats.org/presentationml/2006/main" preserve="1">
  <p:cSld name="Agenda with Picture">
    <p:bg>
      <p:bgRef idx="1001">
        <a:schemeClr val="bg2"/>
      </p:bgRef>
    </p:bg>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4E4019F8-742E-9EEF-F591-C9666AC32AF1}"/>
              </a:ext>
            </a:extLst>
          </p:cNvPr>
          <p:cNvSpPr>
            <a:spLocks noGrp="1"/>
          </p:cNvSpPr>
          <p:nvPr>
            <p:ph type="title"/>
          </p:nvPr>
        </p:nvSpPr>
        <p:spPr>
          <a:xfrm>
            <a:off x="182880" y="4061862"/>
            <a:ext cx="5913120" cy="2268359"/>
          </a:xfrm>
        </p:spPr>
        <p:txBody>
          <a:bodyPr anchor="t">
            <a:normAutofit/>
          </a:bodyPr>
          <a:lstStyle>
            <a:lvl1pPr>
              <a:defRPr sz="5800"/>
            </a:lvl1pPr>
          </a:lstStyle>
          <a:p>
            <a:r>
              <a:rPr lang="en-US"/>
              <a:t>Click to edit Master title style</a:t>
            </a:r>
            <a:endParaRPr lang="en-US" dirty="0"/>
          </a:p>
        </p:txBody>
      </p:sp>
      <p:sp>
        <p:nvSpPr>
          <p:cNvPr id="16" name="Picture Placeholder 15">
            <a:extLst>
              <a:ext uri="{FF2B5EF4-FFF2-40B4-BE49-F238E27FC236}">
                <a16:creationId xmlns:a16="http://schemas.microsoft.com/office/drawing/2014/main" id="{F88BC23C-4171-DFCF-3175-10D2602FF561}"/>
              </a:ext>
            </a:extLst>
          </p:cNvPr>
          <p:cNvSpPr>
            <a:spLocks noGrp="1"/>
          </p:cNvSpPr>
          <p:nvPr>
            <p:ph type="pic" sz="quarter" idx="14" hasCustomPrompt="1"/>
          </p:nvPr>
        </p:nvSpPr>
        <p:spPr>
          <a:xfrm>
            <a:off x="274320" y="268508"/>
            <a:ext cx="11649456" cy="3609085"/>
          </a:xfrm>
          <a:custGeom>
            <a:avLst/>
            <a:gdLst>
              <a:gd name="connsiteX0" fmla="*/ 283385 w 11658600"/>
              <a:gd name="connsiteY0" fmla="*/ 0 h 3609085"/>
              <a:gd name="connsiteX1" fmla="*/ 11375215 w 11658600"/>
              <a:gd name="connsiteY1" fmla="*/ 0 h 3609085"/>
              <a:gd name="connsiteX2" fmla="*/ 11658600 w 11658600"/>
              <a:gd name="connsiteY2" fmla="*/ 283385 h 3609085"/>
              <a:gd name="connsiteX3" fmla="*/ 11658600 w 11658600"/>
              <a:gd name="connsiteY3" fmla="*/ 3325700 h 3609085"/>
              <a:gd name="connsiteX4" fmla="*/ 11375215 w 11658600"/>
              <a:gd name="connsiteY4" fmla="*/ 3609085 h 3609085"/>
              <a:gd name="connsiteX5" fmla="*/ 283385 w 11658600"/>
              <a:gd name="connsiteY5" fmla="*/ 3609085 h 3609085"/>
              <a:gd name="connsiteX6" fmla="*/ 0 w 11658600"/>
              <a:gd name="connsiteY6" fmla="*/ 3325700 h 3609085"/>
              <a:gd name="connsiteX7" fmla="*/ 0 w 11658600"/>
              <a:gd name="connsiteY7" fmla="*/ 283385 h 3609085"/>
              <a:gd name="connsiteX8" fmla="*/ 283385 w 11658600"/>
              <a:gd name="connsiteY8" fmla="*/ 0 h 3609085"/>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Lst>
            <a:rect l="l" t="t" r="r" b="b"/>
            <a:pathLst>
              <a:path w="11658600" h="3609085">
                <a:moveTo>
                  <a:pt x="283385" y="0"/>
                </a:moveTo>
                <a:lnTo>
                  <a:pt x="11375215" y="0"/>
                </a:lnTo>
                <a:cubicBezTo>
                  <a:pt x="11531724" y="0"/>
                  <a:pt x="11658600" y="126876"/>
                  <a:pt x="11658600" y="283385"/>
                </a:cubicBezTo>
                <a:lnTo>
                  <a:pt x="11658600" y="3325700"/>
                </a:lnTo>
                <a:cubicBezTo>
                  <a:pt x="11658600" y="3482209"/>
                  <a:pt x="11531724" y="3609085"/>
                  <a:pt x="11375215" y="3609085"/>
                </a:cubicBezTo>
                <a:lnTo>
                  <a:pt x="283385" y="3609085"/>
                </a:lnTo>
                <a:cubicBezTo>
                  <a:pt x="126876" y="3609085"/>
                  <a:pt x="0" y="3482209"/>
                  <a:pt x="0" y="3325700"/>
                </a:cubicBezTo>
                <a:lnTo>
                  <a:pt x="0" y="283385"/>
                </a:lnTo>
                <a:cubicBezTo>
                  <a:pt x="0" y="126876"/>
                  <a:pt x="126876" y="0"/>
                  <a:pt x="283385" y="0"/>
                </a:cubicBezTo>
                <a:close/>
              </a:path>
            </a:pathLst>
          </a:custGeom>
          <a:blipFill>
            <a:blip r:embed="rId2">
              <a:alphaModFix amt="60000"/>
            </a:blip>
            <a:stretch>
              <a:fillRect/>
            </a:stretch>
          </a:blipFill>
        </p:spPr>
        <p:txBody>
          <a:bodyPr wrap="square">
            <a:noAutofit/>
          </a:bodyPr>
          <a:lstStyle>
            <a:lvl1pPr marL="0" indent="0">
              <a:buNone/>
              <a:defRPr/>
            </a:lvl1pPr>
          </a:lstStyle>
          <a:p>
            <a:r>
              <a:rPr lang="en-US" dirty="0"/>
              <a:t>  </a:t>
            </a:r>
          </a:p>
        </p:txBody>
      </p:sp>
      <p:sp>
        <p:nvSpPr>
          <p:cNvPr id="7" name="Content Placeholder 6">
            <a:extLst>
              <a:ext uri="{FF2B5EF4-FFF2-40B4-BE49-F238E27FC236}">
                <a16:creationId xmlns:a16="http://schemas.microsoft.com/office/drawing/2014/main" id="{28C8B19A-6FC1-2B71-0BFB-9274CBF396B9}"/>
              </a:ext>
            </a:extLst>
          </p:cNvPr>
          <p:cNvSpPr>
            <a:spLocks noGrp="1"/>
          </p:cNvSpPr>
          <p:nvPr>
            <p:ph sz="quarter" idx="13"/>
          </p:nvPr>
        </p:nvSpPr>
        <p:spPr>
          <a:xfrm>
            <a:off x="7515973" y="4039118"/>
            <a:ext cx="4419601" cy="2268360"/>
          </a:xfrm>
        </p:spPr>
        <p:txBody>
          <a:bodyPr vert="horz" lIns="91440" tIns="45720" rIns="91440" bIns="45720" rtlCol="0">
            <a:normAutofit/>
          </a:bodyPr>
          <a:lstStyle>
            <a:lvl1pPr marL="342900" indent="-342900">
              <a:buFont typeface="+mj-lt"/>
              <a:buAutoNum type="arabicPeriod"/>
              <a:defRPr lang="en-US" sz="1400" dirty="0"/>
            </a:lvl1pPr>
            <a:lvl2pPr marL="571500" indent="-342900">
              <a:buFont typeface="+mj-lt"/>
              <a:buAutoNum type="arabicPeriod"/>
              <a:defRPr lang="en-US" sz="1400" dirty="0"/>
            </a:lvl2pPr>
            <a:lvl3pPr marL="800100" indent="-342900">
              <a:buFont typeface="+mj-lt"/>
              <a:buAutoNum type="arabicPeriod"/>
              <a:defRPr lang="en-US" sz="1400" dirty="0"/>
            </a:lvl3pPr>
            <a:lvl4pPr>
              <a:buFont typeface="+mj-lt"/>
              <a:buAutoNum type="arabicPeriod"/>
              <a:defRPr lang="en-US" sz="1400" dirty="0"/>
            </a:lvl4pPr>
            <a:lvl5pPr>
              <a:buFont typeface="+mj-lt"/>
              <a:buAutoNum type="arabicPeriod"/>
              <a:defRPr lang="en-US" sz="1400" dirty="0"/>
            </a:lvl5pPr>
          </a:lstStyle>
          <a:p>
            <a:pPr marL="228600" lvl="0" indent="-228600"/>
            <a:r>
              <a:rPr lang="en-US"/>
              <a:t>Click to edit Master text styles</a:t>
            </a:r>
          </a:p>
          <a:p>
            <a:pPr marL="228600" lvl="1" indent="-228600"/>
            <a:r>
              <a:rPr lang="en-US"/>
              <a:t>Second level</a:t>
            </a:r>
          </a:p>
          <a:p>
            <a:pPr marL="228600" lvl="2" indent="-228600"/>
            <a:r>
              <a:rPr lang="en-US"/>
              <a:t>Third level</a:t>
            </a:r>
          </a:p>
          <a:p>
            <a:pPr marL="228600" lvl="3" indent="-228600"/>
            <a:r>
              <a:rPr lang="en-US"/>
              <a:t>Fourth level</a:t>
            </a:r>
          </a:p>
          <a:p>
            <a:pPr marL="228600" lvl="4" indent="-228600"/>
            <a:r>
              <a:rPr lang="en-US"/>
              <a:t>Fifth level</a:t>
            </a:r>
            <a:endParaRPr lang="en-US" dirty="0"/>
          </a:p>
        </p:txBody>
      </p:sp>
      <p:sp>
        <p:nvSpPr>
          <p:cNvPr id="4" name="Footer Placeholder 3">
            <a:extLst>
              <a:ext uri="{FF2B5EF4-FFF2-40B4-BE49-F238E27FC236}">
                <a16:creationId xmlns:a16="http://schemas.microsoft.com/office/drawing/2014/main" id="{0B12CFE6-D05E-5478-B3A4-81DC4DCD7410}"/>
              </a:ext>
            </a:extLst>
          </p:cNvPr>
          <p:cNvSpPr>
            <a:spLocks noGrp="1"/>
          </p:cNvSpPr>
          <p:nvPr>
            <p:ph type="ftr" sz="quarter" idx="11"/>
          </p:nvPr>
        </p:nvSpPr>
        <p:spPr>
          <a:xfrm>
            <a:off x="182880" y="6387737"/>
            <a:ext cx="2703777" cy="338328"/>
          </a:xfrm>
        </p:spPr>
        <p:txBody>
          <a:bodyPr/>
          <a:lstStyle/>
          <a:p>
            <a:r>
              <a:rPr lang="en-US"/>
              <a:t>Sample Footer Text</a:t>
            </a:r>
            <a:endParaRPr lang="en-US" dirty="0"/>
          </a:p>
        </p:txBody>
      </p:sp>
      <p:sp>
        <p:nvSpPr>
          <p:cNvPr id="3" name="Date Placeholder 2">
            <a:extLst>
              <a:ext uri="{FF2B5EF4-FFF2-40B4-BE49-F238E27FC236}">
                <a16:creationId xmlns:a16="http://schemas.microsoft.com/office/drawing/2014/main" id="{6CC77F2D-39D2-22F7-CF0B-39D63EBF00B7}"/>
              </a:ext>
            </a:extLst>
          </p:cNvPr>
          <p:cNvSpPr>
            <a:spLocks noGrp="1"/>
          </p:cNvSpPr>
          <p:nvPr>
            <p:ph type="dt" sz="half" idx="10"/>
          </p:nvPr>
        </p:nvSpPr>
        <p:spPr/>
        <p:txBody>
          <a:bodyPr/>
          <a:lstStyle/>
          <a:p>
            <a:fld id="{7DA2CEDE-2AB4-4FB8-9551-E0AA4222B1A3}" type="datetime1">
              <a:rPr lang="en-US" smtClean="0"/>
              <a:pPr/>
              <a:t>9/2/2026</a:t>
            </a:fld>
            <a:endParaRPr lang="en-US" dirty="0"/>
          </a:p>
        </p:txBody>
      </p:sp>
      <p:sp>
        <p:nvSpPr>
          <p:cNvPr id="5" name="Slide Number Placeholder 4">
            <a:extLst>
              <a:ext uri="{FF2B5EF4-FFF2-40B4-BE49-F238E27FC236}">
                <a16:creationId xmlns:a16="http://schemas.microsoft.com/office/drawing/2014/main" id="{626B86D3-24E1-029E-BA22-9F17F9517D65}"/>
              </a:ext>
            </a:extLst>
          </p:cNvPr>
          <p:cNvSpPr>
            <a:spLocks noGrp="1"/>
          </p:cNvSpPr>
          <p:nvPr>
            <p:ph type="sldNum" sz="quarter" idx="12"/>
          </p:nvPr>
        </p:nvSpPr>
        <p:spPr/>
        <p:txBody>
          <a:bodyPr/>
          <a:lstStyle/>
          <a:p>
            <a:fld id="{5E0677F5-4A8A-4BF1-96BE-3BAE8FBAFE2E}" type="slidenum">
              <a:rPr lang="en-US" smtClean="0"/>
              <a:pPr/>
              <a:t>‹#›</a:t>
            </a:fld>
            <a:endParaRPr lang="en-US" dirty="0"/>
          </a:p>
        </p:txBody>
      </p:sp>
    </p:spTree>
    <p:extLst>
      <p:ext uri="{BB962C8B-B14F-4D97-AF65-F5344CB8AC3E}">
        <p14:creationId xmlns:p14="http://schemas.microsoft.com/office/powerpoint/2010/main" val="2245389731"/>
      </p:ext>
    </p:extLst>
  </p:cSld>
  <p:clrMapOvr>
    <a:overrideClrMapping bg1="lt1" tx1="dk1" bg2="lt2" tx2="dk2" accent1="accent1" accent2="accent2" accent3="accent3" accent4="accent4" accent5="accent5" accent6="accent6" hlink="hlink" folHlink="folHlink"/>
  </p:clrMapOvr>
  <p:hf sldNum="0" hdr="0" ftr="0" dt="0"/>
</p:sldLayout>
</file>

<file path=ppt/slideLayouts/slideLayout9.xml><?xml version="1.0" encoding="utf-8"?>
<p:sldLayout xmlns:a="http://schemas.openxmlformats.org/drawingml/2006/main" xmlns:r="http://schemas.openxmlformats.org/officeDocument/2006/relationships" xmlns:p="http://schemas.openxmlformats.org/presentationml/2006/main" preserve="1">
  <p:cSld name="Content 2">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BC7433D9-FD02-59E2-0F81-A0B7201D2DA0}"/>
              </a:ext>
            </a:extLst>
          </p:cNvPr>
          <p:cNvSpPr>
            <a:spLocks noGrp="1"/>
          </p:cNvSpPr>
          <p:nvPr>
            <p:ph type="title"/>
          </p:nvPr>
        </p:nvSpPr>
        <p:spPr>
          <a:xfrm>
            <a:off x="1225131" y="1638299"/>
            <a:ext cx="3314700" cy="3873268"/>
          </a:xfrm>
        </p:spPr>
        <p:txBody>
          <a:bodyPr anchor="t">
            <a:normAutofit/>
          </a:bodyPr>
          <a:lstStyle>
            <a:lvl1pPr>
              <a:defRPr sz="3000"/>
            </a:lvl1pPr>
          </a:lstStyle>
          <a:p>
            <a:r>
              <a:rPr lang="en-US"/>
              <a:t>Click to edit Master title style</a:t>
            </a:r>
            <a:endParaRPr lang="en-US" dirty="0"/>
          </a:p>
        </p:txBody>
      </p:sp>
      <p:sp>
        <p:nvSpPr>
          <p:cNvPr id="8" name="Content Placeholder 7">
            <a:extLst>
              <a:ext uri="{FF2B5EF4-FFF2-40B4-BE49-F238E27FC236}">
                <a16:creationId xmlns:a16="http://schemas.microsoft.com/office/drawing/2014/main" id="{FFB4667A-FE47-8556-FD3A-55FDBA801D76}"/>
              </a:ext>
            </a:extLst>
          </p:cNvPr>
          <p:cNvSpPr>
            <a:spLocks noGrp="1"/>
          </p:cNvSpPr>
          <p:nvPr>
            <p:ph sz="quarter" idx="13"/>
          </p:nvPr>
        </p:nvSpPr>
        <p:spPr>
          <a:xfrm>
            <a:off x="4901019" y="1638299"/>
            <a:ext cx="6080760" cy="3873267"/>
          </a:xfrm>
        </p:spPr>
        <p:txBody>
          <a:bodyPr vert="horz" lIns="91440" tIns="45720" rIns="91440" bIns="45720" rtlCol="0">
            <a:normAutofit/>
          </a:bodyPr>
          <a:lstStyle>
            <a:lvl1pPr>
              <a:defRPr lang="en-US" dirty="0"/>
            </a:lvl1pPr>
            <a:lvl2pPr>
              <a:defRPr lang="en-US" dirty="0"/>
            </a:lvl2pPr>
            <a:lvl3pPr>
              <a:defRPr lang="en-US" dirty="0"/>
            </a:lvl3pPr>
            <a:lvl4pPr>
              <a:defRPr lang="en-US" dirty="0"/>
            </a:lvl4pPr>
            <a:lvl5pPr>
              <a:defRPr lang="en-US" dirty="0"/>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5" name="Footer Placeholder 4">
            <a:extLst>
              <a:ext uri="{FF2B5EF4-FFF2-40B4-BE49-F238E27FC236}">
                <a16:creationId xmlns:a16="http://schemas.microsoft.com/office/drawing/2014/main" id="{B17E6B5E-6174-FD5C-41E8-FFC44C650D7E}"/>
              </a:ext>
            </a:extLst>
          </p:cNvPr>
          <p:cNvSpPr>
            <a:spLocks noGrp="1"/>
          </p:cNvSpPr>
          <p:nvPr>
            <p:ph type="ftr" sz="quarter" idx="11"/>
          </p:nvPr>
        </p:nvSpPr>
        <p:spPr/>
        <p:txBody>
          <a:bodyPr/>
          <a:lstStyle/>
          <a:p>
            <a:r>
              <a:rPr lang="en-US"/>
              <a:t>Sample Footer Text</a:t>
            </a:r>
          </a:p>
        </p:txBody>
      </p:sp>
      <p:sp>
        <p:nvSpPr>
          <p:cNvPr id="4" name="Date Placeholder 3">
            <a:extLst>
              <a:ext uri="{FF2B5EF4-FFF2-40B4-BE49-F238E27FC236}">
                <a16:creationId xmlns:a16="http://schemas.microsoft.com/office/drawing/2014/main" id="{0B9485D1-E172-8F0A-A425-3097B3ABCFB4}"/>
              </a:ext>
            </a:extLst>
          </p:cNvPr>
          <p:cNvSpPr>
            <a:spLocks noGrp="1"/>
          </p:cNvSpPr>
          <p:nvPr>
            <p:ph type="dt" sz="half" idx="10"/>
          </p:nvPr>
        </p:nvSpPr>
        <p:spPr/>
        <p:txBody>
          <a:bodyPr/>
          <a:lstStyle/>
          <a:p>
            <a:fld id="{7DA2CEDE-2AB4-4FB8-9551-E0AA4222B1A3}" type="datetime1">
              <a:rPr lang="en-US" smtClean="0"/>
              <a:t>9/2/2026</a:t>
            </a:fld>
            <a:endParaRPr lang="en-US"/>
          </a:p>
        </p:txBody>
      </p:sp>
      <p:sp>
        <p:nvSpPr>
          <p:cNvPr id="6" name="Slide Number Placeholder 5">
            <a:extLst>
              <a:ext uri="{FF2B5EF4-FFF2-40B4-BE49-F238E27FC236}">
                <a16:creationId xmlns:a16="http://schemas.microsoft.com/office/drawing/2014/main" id="{4BF72154-F85B-E301-DA57-E314D7315916}"/>
              </a:ext>
            </a:extLst>
          </p:cNvPr>
          <p:cNvSpPr>
            <a:spLocks noGrp="1"/>
          </p:cNvSpPr>
          <p:nvPr>
            <p:ph type="sldNum" sz="quarter" idx="12"/>
          </p:nvPr>
        </p:nvSpPr>
        <p:spPr/>
        <p:txBody>
          <a:bodyPr/>
          <a:lstStyle/>
          <a:p>
            <a:fld id="{5E0677F5-4A8A-4BF1-96BE-3BAE8FBAFE2E}" type="slidenum">
              <a:rPr lang="en-US" smtClean="0"/>
              <a:pPr/>
              <a:t>‹#›</a:t>
            </a:fld>
            <a:endParaRPr lang="en-US"/>
          </a:p>
        </p:txBody>
      </p:sp>
    </p:spTree>
    <p:extLst>
      <p:ext uri="{BB962C8B-B14F-4D97-AF65-F5344CB8AC3E}">
        <p14:creationId xmlns:p14="http://schemas.microsoft.com/office/powerpoint/2010/main" val="3067136737"/>
      </p:ext>
    </p:extLst>
  </p:cSld>
  <p:clrMapOvr>
    <a:masterClrMapping/>
  </p:clrMapOvr>
  <p:hf sldNum="0" hdr="0" ftr="0" dt="0"/>
</p:sldLayout>
</file>

<file path=ppt/slideLayouts/slideLayout10.xml><?xml version="1.0" encoding="utf-8"?>
<p:sldLayout xmlns:a="http://schemas.openxmlformats.org/drawingml/2006/main" xmlns:r="http://schemas.openxmlformats.org/officeDocument/2006/relationships" xmlns:p="http://schemas.openxmlformats.org/presentationml/2006/main" preserve="1">
  <p:cSld name="Content 3">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BC7433D9-FD02-59E2-0F81-A0B7201D2DA0}"/>
              </a:ext>
            </a:extLst>
          </p:cNvPr>
          <p:cNvSpPr>
            <a:spLocks noGrp="1"/>
          </p:cNvSpPr>
          <p:nvPr>
            <p:ph type="title"/>
          </p:nvPr>
        </p:nvSpPr>
        <p:spPr>
          <a:xfrm>
            <a:off x="182880" y="219456"/>
            <a:ext cx="3310394" cy="4058127"/>
          </a:xfrm>
        </p:spPr>
        <p:txBody>
          <a:bodyPr anchor="t">
            <a:normAutofit/>
          </a:bodyPr>
          <a:lstStyle>
            <a:lvl1pPr>
              <a:defRPr sz="3000"/>
            </a:lvl1pPr>
          </a:lstStyle>
          <a:p>
            <a:r>
              <a:rPr lang="en-US"/>
              <a:t>Click to edit Master title style</a:t>
            </a:r>
            <a:endParaRPr lang="en-US" dirty="0"/>
          </a:p>
        </p:txBody>
      </p:sp>
      <p:sp>
        <p:nvSpPr>
          <p:cNvPr id="8" name="Content Placeholder 7">
            <a:extLst>
              <a:ext uri="{FF2B5EF4-FFF2-40B4-BE49-F238E27FC236}">
                <a16:creationId xmlns:a16="http://schemas.microsoft.com/office/drawing/2014/main" id="{C6F072A2-EBC7-B7EA-DA98-BAC0AA46E7A4}"/>
              </a:ext>
            </a:extLst>
          </p:cNvPr>
          <p:cNvSpPr>
            <a:spLocks noGrp="1"/>
          </p:cNvSpPr>
          <p:nvPr>
            <p:ph sz="quarter" idx="13"/>
          </p:nvPr>
        </p:nvSpPr>
        <p:spPr>
          <a:xfrm>
            <a:off x="3972674" y="266700"/>
            <a:ext cx="7688495" cy="6047836"/>
          </a:xfrm>
        </p:spPr>
        <p:txBody>
          <a:bodyPr vert="horz" lIns="91440" tIns="45720" rIns="91440" bIns="45720" rtlCol="0">
            <a:normAutofit/>
          </a:bodyPr>
          <a:lstStyle>
            <a:lvl1pPr>
              <a:defRPr lang="en-US" dirty="0"/>
            </a:lvl1pPr>
            <a:lvl2pPr>
              <a:defRPr lang="en-US" dirty="0"/>
            </a:lvl2pPr>
            <a:lvl3pPr>
              <a:defRPr lang="en-US" dirty="0"/>
            </a:lvl3pPr>
            <a:lvl4pPr>
              <a:defRPr lang="en-US" dirty="0"/>
            </a:lvl4pPr>
            <a:lvl5pPr>
              <a:defRPr lang="en-US" dirty="0"/>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5" name="Footer Placeholder 4">
            <a:extLst>
              <a:ext uri="{FF2B5EF4-FFF2-40B4-BE49-F238E27FC236}">
                <a16:creationId xmlns:a16="http://schemas.microsoft.com/office/drawing/2014/main" id="{B17E6B5E-6174-FD5C-41E8-FFC44C650D7E}"/>
              </a:ext>
            </a:extLst>
          </p:cNvPr>
          <p:cNvSpPr>
            <a:spLocks noGrp="1"/>
          </p:cNvSpPr>
          <p:nvPr>
            <p:ph type="ftr" sz="quarter" idx="11"/>
          </p:nvPr>
        </p:nvSpPr>
        <p:spPr/>
        <p:txBody>
          <a:bodyPr/>
          <a:lstStyle/>
          <a:p>
            <a:r>
              <a:rPr lang="en-US"/>
              <a:t>Sample Footer Text</a:t>
            </a:r>
          </a:p>
        </p:txBody>
      </p:sp>
      <p:sp>
        <p:nvSpPr>
          <p:cNvPr id="4" name="Date Placeholder 3">
            <a:extLst>
              <a:ext uri="{FF2B5EF4-FFF2-40B4-BE49-F238E27FC236}">
                <a16:creationId xmlns:a16="http://schemas.microsoft.com/office/drawing/2014/main" id="{0B9485D1-E172-8F0A-A425-3097B3ABCFB4}"/>
              </a:ext>
            </a:extLst>
          </p:cNvPr>
          <p:cNvSpPr>
            <a:spLocks noGrp="1"/>
          </p:cNvSpPr>
          <p:nvPr>
            <p:ph type="dt" sz="half" idx="10"/>
          </p:nvPr>
        </p:nvSpPr>
        <p:spPr/>
        <p:txBody>
          <a:bodyPr/>
          <a:lstStyle/>
          <a:p>
            <a:fld id="{C3E08220-0958-4EB6-84AC-FBA5654D4035}" type="datetime1">
              <a:rPr lang="en-US" smtClean="0"/>
              <a:t>9/2/2026</a:t>
            </a:fld>
            <a:endParaRPr lang="en-US"/>
          </a:p>
        </p:txBody>
      </p:sp>
      <p:sp>
        <p:nvSpPr>
          <p:cNvPr id="6" name="Slide Number Placeholder 5">
            <a:extLst>
              <a:ext uri="{FF2B5EF4-FFF2-40B4-BE49-F238E27FC236}">
                <a16:creationId xmlns:a16="http://schemas.microsoft.com/office/drawing/2014/main" id="{4BF72154-F85B-E301-DA57-E314D7315916}"/>
              </a:ext>
            </a:extLst>
          </p:cNvPr>
          <p:cNvSpPr>
            <a:spLocks noGrp="1"/>
          </p:cNvSpPr>
          <p:nvPr>
            <p:ph type="sldNum" sz="quarter" idx="12"/>
          </p:nvPr>
        </p:nvSpPr>
        <p:spPr/>
        <p:txBody>
          <a:bodyPr/>
          <a:lstStyle/>
          <a:p>
            <a:fld id="{5E0677F5-4A8A-4BF1-96BE-3BAE8FBAFE2E}" type="slidenum">
              <a:rPr lang="en-US" smtClean="0"/>
              <a:t>‹#›</a:t>
            </a:fld>
            <a:endParaRPr lang="en-US"/>
          </a:p>
        </p:txBody>
      </p:sp>
    </p:spTree>
    <p:extLst>
      <p:ext uri="{BB962C8B-B14F-4D97-AF65-F5344CB8AC3E}">
        <p14:creationId xmlns:p14="http://schemas.microsoft.com/office/powerpoint/2010/main" val="2609495560"/>
      </p:ext>
    </p:extLst>
  </p:cSld>
  <p:clrMapOvr>
    <a:masterClrMapping/>
  </p:clrMapOvr>
  <p:hf sldNum="0" hdr="0" ftr="0" dt="0"/>
</p:sldLayout>
</file>

<file path=ppt/slideLayouts/slideLayout11.xml><?xml version="1.0" encoding="utf-8"?>
<p:sldLayout xmlns:a="http://schemas.openxmlformats.org/drawingml/2006/main" xmlns:r="http://schemas.openxmlformats.org/officeDocument/2006/relationships" xmlns:p="http://schemas.openxmlformats.org/presentationml/2006/main" preserve="1">
  <p:cSld name="Content with Picture">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FAF3BB49-A328-F121-7F27-DEB7C3CC2B0F}"/>
              </a:ext>
            </a:extLst>
          </p:cNvPr>
          <p:cNvSpPr>
            <a:spLocks noGrp="1"/>
          </p:cNvSpPr>
          <p:nvPr>
            <p:ph type="title"/>
          </p:nvPr>
        </p:nvSpPr>
        <p:spPr>
          <a:xfrm>
            <a:off x="4919525" y="219456"/>
            <a:ext cx="6376547" cy="1066006"/>
          </a:xfrm>
        </p:spPr>
        <p:txBody>
          <a:bodyPr anchor="t"/>
          <a:lstStyle/>
          <a:p>
            <a:r>
              <a:rPr lang="en-US"/>
              <a:t>Click to edit Master title style</a:t>
            </a:r>
            <a:endParaRPr lang="en-US" dirty="0"/>
          </a:p>
        </p:txBody>
      </p:sp>
      <p:sp>
        <p:nvSpPr>
          <p:cNvPr id="10" name="Picture Placeholder 9">
            <a:extLst>
              <a:ext uri="{FF2B5EF4-FFF2-40B4-BE49-F238E27FC236}">
                <a16:creationId xmlns:a16="http://schemas.microsoft.com/office/drawing/2014/main" id="{AC455FC9-9346-2F53-C58C-5C64036CD926}"/>
              </a:ext>
            </a:extLst>
          </p:cNvPr>
          <p:cNvSpPr>
            <a:spLocks noGrp="1"/>
          </p:cNvSpPr>
          <p:nvPr>
            <p:ph type="pic" sz="quarter" idx="13" hasCustomPrompt="1"/>
          </p:nvPr>
        </p:nvSpPr>
        <p:spPr>
          <a:xfrm>
            <a:off x="274320" y="268573"/>
            <a:ext cx="4419600" cy="6325969"/>
          </a:xfrm>
          <a:custGeom>
            <a:avLst/>
            <a:gdLst>
              <a:gd name="connsiteX0" fmla="*/ 300746 w 4381500"/>
              <a:gd name="connsiteY0" fmla="*/ 0 h 6290961"/>
              <a:gd name="connsiteX1" fmla="*/ 4080754 w 4381500"/>
              <a:gd name="connsiteY1" fmla="*/ 0 h 6290961"/>
              <a:gd name="connsiteX2" fmla="*/ 4381500 w 4381500"/>
              <a:gd name="connsiteY2" fmla="*/ 300746 h 6290961"/>
              <a:gd name="connsiteX3" fmla="*/ 4381500 w 4381500"/>
              <a:gd name="connsiteY3" fmla="*/ 5990215 h 6290961"/>
              <a:gd name="connsiteX4" fmla="*/ 4080754 w 4381500"/>
              <a:gd name="connsiteY4" fmla="*/ 6290961 h 6290961"/>
              <a:gd name="connsiteX5" fmla="*/ 300746 w 4381500"/>
              <a:gd name="connsiteY5" fmla="*/ 6290961 h 6290961"/>
              <a:gd name="connsiteX6" fmla="*/ 0 w 4381500"/>
              <a:gd name="connsiteY6" fmla="*/ 5990215 h 6290961"/>
              <a:gd name="connsiteX7" fmla="*/ 0 w 4381500"/>
              <a:gd name="connsiteY7" fmla="*/ 300746 h 6290961"/>
              <a:gd name="connsiteX8" fmla="*/ 300746 w 4381500"/>
              <a:gd name="connsiteY8" fmla="*/ 0 h 6290961"/>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Lst>
            <a:rect l="l" t="t" r="r" b="b"/>
            <a:pathLst>
              <a:path w="4381500" h="6290961">
                <a:moveTo>
                  <a:pt x="300746" y="0"/>
                </a:moveTo>
                <a:lnTo>
                  <a:pt x="4080754" y="0"/>
                </a:lnTo>
                <a:cubicBezTo>
                  <a:pt x="4246851" y="0"/>
                  <a:pt x="4381500" y="134649"/>
                  <a:pt x="4381500" y="300746"/>
                </a:cubicBezTo>
                <a:lnTo>
                  <a:pt x="4381500" y="5990215"/>
                </a:lnTo>
                <a:cubicBezTo>
                  <a:pt x="4381500" y="6156312"/>
                  <a:pt x="4246851" y="6290961"/>
                  <a:pt x="4080754" y="6290961"/>
                </a:cubicBezTo>
                <a:lnTo>
                  <a:pt x="300746" y="6290961"/>
                </a:lnTo>
                <a:cubicBezTo>
                  <a:pt x="134649" y="6290961"/>
                  <a:pt x="0" y="6156312"/>
                  <a:pt x="0" y="5990215"/>
                </a:cubicBezTo>
                <a:lnTo>
                  <a:pt x="0" y="300746"/>
                </a:lnTo>
                <a:cubicBezTo>
                  <a:pt x="0" y="134649"/>
                  <a:pt x="134649" y="0"/>
                  <a:pt x="300746" y="0"/>
                </a:cubicBezTo>
                <a:close/>
              </a:path>
            </a:pathLst>
          </a:custGeom>
          <a:blipFill dpi="0" rotWithShape="1">
            <a:blip r:embed="rId2">
              <a:alphaModFix amt="60000"/>
            </a:blip>
            <a:srcRect/>
            <a:stretch>
              <a:fillRect/>
            </a:stretch>
          </a:blipFill>
        </p:spPr>
        <p:txBody>
          <a:bodyPr wrap="square">
            <a:noAutofit/>
          </a:bodyPr>
          <a:lstStyle>
            <a:lvl1pPr marL="0" indent="0">
              <a:buNone/>
              <a:defRPr/>
            </a:lvl1pPr>
          </a:lstStyle>
          <a:p>
            <a:r>
              <a:rPr lang="en-US" dirty="0"/>
              <a:t> </a:t>
            </a:r>
          </a:p>
        </p:txBody>
      </p:sp>
      <p:sp>
        <p:nvSpPr>
          <p:cNvPr id="8" name="Content Placeholder 7">
            <a:extLst>
              <a:ext uri="{FF2B5EF4-FFF2-40B4-BE49-F238E27FC236}">
                <a16:creationId xmlns:a16="http://schemas.microsoft.com/office/drawing/2014/main" id="{818B74D6-CD72-B859-C229-60DB988B25E3}"/>
              </a:ext>
            </a:extLst>
          </p:cNvPr>
          <p:cNvSpPr>
            <a:spLocks noGrp="1"/>
          </p:cNvSpPr>
          <p:nvPr>
            <p:ph sz="quarter" idx="14"/>
          </p:nvPr>
        </p:nvSpPr>
        <p:spPr>
          <a:xfrm>
            <a:off x="4919526" y="1285462"/>
            <a:ext cx="6376546" cy="4986355"/>
          </a:xfrm>
        </p:spPr>
        <p:txBody>
          <a:bodyPr anchor="b"/>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6" name="Footer Placeholder 5">
            <a:extLst>
              <a:ext uri="{FF2B5EF4-FFF2-40B4-BE49-F238E27FC236}">
                <a16:creationId xmlns:a16="http://schemas.microsoft.com/office/drawing/2014/main" id="{C2BDD5A2-CE3E-3215-6DAA-F75C0D1229DA}"/>
              </a:ext>
            </a:extLst>
          </p:cNvPr>
          <p:cNvSpPr>
            <a:spLocks noGrp="1"/>
          </p:cNvSpPr>
          <p:nvPr>
            <p:ph type="ftr" sz="quarter" idx="11"/>
          </p:nvPr>
        </p:nvSpPr>
        <p:spPr>
          <a:xfrm>
            <a:off x="4919526" y="6387737"/>
            <a:ext cx="2703777" cy="338328"/>
          </a:xfrm>
        </p:spPr>
        <p:txBody>
          <a:bodyPr/>
          <a:lstStyle/>
          <a:p>
            <a:r>
              <a:rPr lang="en-US"/>
              <a:t>Sample Footer Text</a:t>
            </a:r>
            <a:endParaRPr lang="en-US" dirty="0"/>
          </a:p>
        </p:txBody>
      </p:sp>
      <p:sp>
        <p:nvSpPr>
          <p:cNvPr id="5" name="Date Placeholder 4">
            <a:extLst>
              <a:ext uri="{FF2B5EF4-FFF2-40B4-BE49-F238E27FC236}">
                <a16:creationId xmlns:a16="http://schemas.microsoft.com/office/drawing/2014/main" id="{897D0B7E-1A60-DA52-6965-92412B1C2F9F}"/>
              </a:ext>
            </a:extLst>
          </p:cNvPr>
          <p:cNvSpPr>
            <a:spLocks noGrp="1"/>
          </p:cNvSpPr>
          <p:nvPr>
            <p:ph type="dt" sz="half" idx="10"/>
          </p:nvPr>
        </p:nvSpPr>
        <p:spPr/>
        <p:txBody>
          <a:bodyPr/>
          <a:lstStyle>
            <a:lvl1pPr>
              <a:defRPr>
                <a:solidFill>
                  <a:schemeClr val="tx1"/>
                </a:solidFill>
                <a:effectLst/>
              </a:defRPr>
            </a:lvl1pPr>
          </a:lstStyle>
          <a:p>
            <a:fld id="{7DA2CEDE-2AB4-4FB8-9551-E0AA4222B1A3}" type="datetime1">
              <a:rPr lang="en-US" smtClean="0"/>
              <a:pPr/>
              <a:t>9/2/2026</a:t>
            </a:fld>
            <a:endParaRPr lang="en-US" dirty="0"/>
          </a:p>
        </p:txBody>
      </p:sp>
      <p:sp>
        <p:nvSpPr>
          <p:cNvPr id="7" name="Slide Number Placeholder 6">
            <a:extLst>
              <a:ext uri="{FF2B5EF4-FFF2-40B4-BE49-F238E27FC236}">
                <a16:creationId xmlns:a16="http://schemas.microsoft.com/office/drawing/2014/main" id="{B1B822F1-284A-1786-FAF2-72129E2FE64D}"/>
              </a:ext>
            </a:extLst>
          </p:cNvPr>
          <p:cNvSpPr>
            <a:spLocks noGrp="1"/>
          </p:cNvSpPr>
          <p:nvPr>
            <p:ph type="sldNum" sz="quarter" idx="12"/>
          </p:nvPr>
        </p:nvSpPr>
        <p:spPr/>
        <p:txBody>
          <a:bodyPr/>
          <a:lstStyle/>
          <a:p>
            <a:fld id="{5E0677F5-4A8A-4BF1-96BE-3BAE8FBAFE2E}" type="slidenum">
              <a:rPr lang="en-US" smtClean="0"/>
              <a:pPr/>
              <a:t>‹#›</a:t>
            </a:fld>
            <a:endParaRPr lang="en-US" dirty="0"/>
          </a:p>
        </p:txBody>
      </p:sp>
    </p:spTree>
    <p:extLst>
      <p:ext uri="{BB962C8B-B14F-4D97-AF65-F5344CB8AC3E}">
        <p14:creationId xmlns:p14="http://schemas.microsoft.com/office/powerpoint/2010/main" val="3920713562"/>
      </p:ext>
    </p:extLst>
  </p:cSld>
  <p:clrMapOvr>
    <a:masterClrMapping/>
  </p:clrMapOvr>
  <p:hf sldNum="0" hdr="0" ftr="0" dt="0"/>
</p:sldLayout>
</file>

<file path=ppt/slideLayouts/slideLayout12.xml><?xml version="1.0" encoding="utf-8"?>
<p:sldLayout xmlns:a="http://schemas.openxmlformats.org/drawingml/2006/main" xmlns:r="http://schemas.openxmlformats.org/officeDocument/2006/relationships" xmlns:p="http://schemas.openxmlformats.org/presentationml/2006/main" preserve="1">
  <p:cSld name="Content with Picture 2">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FAF3BB49-A328-F121-7F27-DEB7C3CC2B0F}"/>
              </a:ext>
            </a:extLst>
          </p:cNvPr>
          <p:cNvSpPr>
            <a:spLocks noGrp="1"/>
          </p:cNvSpPr>
          <p:nvPr>
            <p:ph type="title"/>
          </p:nvPr>
        </p:nvSpPr>
        <p:spPr>
          <a:xfrm>
            <a:off x="4188702" y="219456"/>
            <a:ext cx="7241297" cy="923544"/>
          </a:xfrm>
        </p:spPr>
        <p:txBody>
          <a:bodyPr anchor="t"/>
          <a:lstStyle>
            <a:lvl1pPr>
              <a:defRPr/>
            </a:lvl1pPr>
          </a:lstStyle>
          <a:p>
            <a:r>
              <a:rPr lang="en-US"/>
              <a:t>Click to edit Master title style</a:t>
            </a:r>
            <a:endParaRPr lang="en-US" dirty="0"/>
          </a:p>
        </p:txBody>
      </p:sp>
      <p:sp>
        <p:nvSpPr>
          <p:cNvPr id="20" name="Picture Placeholder 9">
            <a:extLst>
              <a:ext uri="{FF2B5EF4-FFF2-40B4-BE49-F238E27FC236}">
                <a16:creationId xmlns:a16="http://schemas.microsoft.com/office/drawing/2014/main" id="{FC55F3DB-E75F-ADDF-8222-D3F62F2CCE82}"/>
              </a:ext>
            </a:extLst>
          </p:cNvPr>
          <p:cNvSpPr>
            <a:spLocks noGrp="1"/>
          </p:cNvSpPr>
          <p:nvPr>
            <p:ph type="pic" sz="quarter" idx="13" hasCustomPrompt="1"/>
          </p:nvPr>
        </p:nvSpPr>
        <p:spPr>
          <a:xfrm>
            <a:off x="274320" y="268573"/>
            <a:ext cx="3675888" cy="6327648"/>
          </a:xfrm>
          <a:custGeom>
            <a:avLst/>
            <a:gdLst>
              <a:gd name="connsiteX0" fmla="*/ 301545 w 3675888"/>
              <a:gd name="connsiteY0" fmla="*/ 0 h 6320854"/>
              <a:gd name="connsiteX1" fmla="*/ 3375347 w 3675888"/>
              <a:gd name="connsiteY1" fmla="*/ 0 h 6320854"/>
              <a:gd name="connsiteX2" fmla="*/ 3675888 w 3675888"/>
              <a:gd name="connsiteY2" fmla="*/ 300541 h 6320854"/>
              <a:gd name="connsiteX3" fmla="*/ 3675888 w 3675888"/>
              <a:gd name="connsiteY3" fmla="*/ 6025428 h 6320854"/>
              <a:gd name="connsiteX4" fmla="*/ 3492331 w 3675888"/>
              <a:gd name="connsiteY4" fmla="*/ 6302351 h 6320854"/>
              <a:gd name="connsiteX5" fmla="*/ 3400682 w 3675888"/>
              <a:gd name="connsiteY5" fmla="*/ 6320854 h 6320854"/>
              <a:gd name="connsiteX6" fmla="*/ 275206 w 3675888"/>
              <a:gd name="connsiteY6" fmla="*/ 6320854 h 6320854"/>
              <a:gd name="connsiteX7" fmla="*/ 186647 w 3675888"/>
              <a:gd name="connsiteY7" fmla="*/ 6302975 h 6320854"/>
              <a:gd name="connsiteX8" fmla="*/ 184171 w 3675888"/>
              <a:gd name="connsiteY8" fmla="*/ 6302204 h 6320854"/>
              <a:gd name="connsiteX9" fmla="*/ 114619 w 3675888"/>
              <a:gd name="connsiteY9" fmla="*/ 6259884 h 6320854"/>
              <a:gd name="connsiteX10" fmla="*/ 105939 w 3675888"/>
              <a:gd name="connsiteY10" fmla="*/ 6252721 h 6320854"/>
              <a:gd name="connsiteX11" fmla="*/ 51500 w 3675888"/>
              <a:gd name="connsiteY11" fmla="*/ 6192635 h 6320854"/>
              <a:gd name="connsiteX12" fmla="*/ 16622 w 3675888"/>
              <a:gd name="connsiteY12" fmla="*/ 6119873 h 6320854"/>
              <a:gd name="connsiteX13" fmla="*/ 12537 w 3675888"/>
              <a:gd name="connsiteY13" fmla="*/ 6106716 h 6320854"/>
              <a:gd name="connsiteX14" fmla="*/ 0 w 3675888"/>
              <a:gd name="connsiteY14" fmla="*/ 6023550 h 6320854"/>
              <a:gd name="connsiteX15" fmla="*/ 0 w 3675888"/>
              <a:gd name="connsiteY15" fmla="*/ 302420 h 6320854"/>
              <a:gd name="connsiteX16" fmla="*/ 301545 w 3675888"/>
              <a:gd name="connsiteY16" fmla="*/ 0 h 6320854"/>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Lst>
            <a:rect l="l" t="t" r="r" b="b"/>
            <a:pathLst>
              <a:path w="3675888" h="6320854">
                <a:moveTo>
                  <a:pt x="301545" y="0"/>
                </a:moveTo>
                <a:lnTo>
                  <a:pt x="3375347" y="0"/>
                </a:lnTo>
                <a:cubicBezTo>
                  <a:pt x="3541331" y="0"/>
                  <a:pt x="3675888" y="134557"/>
                  <a:pt x="3675888" y="300541"/>
                </a:cubicBezTo>
                <a:lnTo>
                  <a:pt x="3675888" y="6025428"/>
                </a:lnTo>
                <a:cubicBezTo>
                  <a:pt x="3675888" y="6149916"/>
                  <a:pt x="3600200" y="6256727"/>
                  <a:pt x="3492331" y="6302351"/>
                </a:cubicBezTo>
                <a:lnTo>
                  <a:pt x="3400682" y="6320854"/>
                </a:lnTo>
                <a:lnTo>
                  <a:pt x="275206" y="6320854"/>
                </a:lnTo>
                <a:lnTo>
                  <a:pt x="186647" y="6302975"/>
                </a:lnTo>
                <a:lnTo>
                  <a:pt x="184171" y="6302204"/>
                </a:lnTo>
                <a:lnTo>
                  <a:pt x="114619" y="6259884"/>
                </a:lnTo>
                <a:lnTo>
                  <a:pt x="105939" y="6252721"/>
                </a:lnTo>
                <a:lnTo>
                  <a:pt x="51500" y="6192635"/>
                </a:lnTo>
                <a:lnTo>
                  <a:pt x="16622" y="6119873"/>
                </a:lnTo>
                <a:lnTo>
                  <a:pt x="12537" y="6106716"/>
                </a:lnTo>
                <a:lnTo>
                  <a:pt x="0" y="6023550"/>
                </a:lnTo>
                <a:lnTo>
                  <a:pt x="0" y="302420"/>
                </a:lnTo>
                <a:cubicBezTo>
                  <a:pt x="0" y="135398"/>
                  <a:pt x="135007" y="0"/>
                  <a:pt x="301545" y="0"/>
                </a:cubicBezTo>
                <a:close/>
              </a:path>
            </a:pathLst>
          </a:custGeom>
          <a:blipFill dpi="0" rotWithShape="1">
            <a:blip r:embed="rId2">
              <a:alphaModFix amt="60000"/>
            </a:blip>
            <a:srcRect/>
            <a:stretch>
              <a:fillRect/>
            </a:stretch>
          </a:blipFill>
        </p:spPr>
        <p:txBody>
          <a:bodyPr wrap="square">
            <a:noAutofit/>
          </a:bodyPr>
          <a:lstStyle>
            <a:lvl1pPr marL="0" indent="0">
              <a:buNone/>
              <a:defRPr/>
            </a:lvl1pPr>
          </a:lstStyle>
          <a:p>
            <a:r>
              <a:rPr lang="en-US" dirty="0"/>
              <a:t> </a:t>
            </a:r>
          </a:p>
        </p:txBody>
      </p:sp>
      <p:sp>
        <p:nvSpPr>
          <p:cNvPr id="8" name="Content Placeholder 7">
            <a:extLst>
              <a:ext uri="{FF2B5EF4-FFF2-40B4-BE49-F238E27FC236}">
                <a16:creationId xmlns:a16="http://schemas.microsoft.com/office/drawing/2014/main" id="{818B74D6-CD72-B859-C229-60DB988B25E3}"/>
              </a:ext>
            </a:extLst>
          </p:cNvPr>
          <p:cNvSpPr>
            <a:spLocks noGrp="1"/>
          </p:cNvSpPr>
          <p:nvPr>
            <p:ph sz="quarter" idx="14"/>
          </p:nvPr>
        </p:nvSpPr>
        <p:spPr>
          <a:xfrm>
            <a:off x="4188702" y="1143000"/>
            <a:ext cx="7241298" cy="5239512"/>
          </a:xfrm>
        </p:spPr>
        <p:txBody>
          <a:bodyPr anchor="b"/>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6" name="Footer Placeholder 5">
            <a:extLst>
              <a:ext uri="{FF2B5EF4-FFF2-40B4-BE49-F238E27FC236}">
                <a16:creationId xmlns:a16="http://schemas.microsoft.com/office/drawing/2014/main" id="{C2BDD5A2-CE3E-3215-6DAA-F75C0D1229DA}"/>
              </a:ext>
            </a:extLst>
          </p:cNvPr>
          <p:cNvSpPr>
            <a:spLocks noGrp="1"/>
          </p:cNvSpPr>
          <p:nvPr>
            <p:ph type="ftr" sz="quarter" idx="11"/>
          </p:nvPr>
        </p:nvSpPr>
        <p:spPr>
          <a:xfrm>
            <a:off x="4188702" y="6382981"/>
            <a:ext cx="2703777" cy="338328"/>
          </a:xfrm>
        </p:spPr>
        <p:txBody>
          <a:bodyPr/>
          <a:lstStyle/>
          <a:p>
            <a:r>
              <a:rPr lang="en-US"/>
              <a:t>Sample Footer Text</a:t>
            </a:r>
            <a:endParaRPr lang="en-US" dirty="0"/>
          </a:p>
        </p:txBody>
      </p:sp>
      <p:sp>
        <p:nvSpPr>
          <p:cNvPr id="5" name="Date Placeholder 4">
            <a:extLst>
              <a:ext uri="{FF2B5EF4-FFF2-40B4-BE49-F238E27FC236}">
                <a16:creationId xmlns:a16="http://schemas.microsoft.com/office/drawing/2014/main" id="{897D0B7E-1A60-DA52-6965-92412B1C2F9F}"/>
              </a:ext>
            </a:extLst>
          </p:cNvPr>
          <p:cNvSpPr>
            <a:spLocks noGrp="1"/>
          </p:cNvSpPr>
          <p:nvPr>
            <p:ph type="dt" sz="half" idx="10"/>
          </p:nvPr>
        </p:nvSpPr>
        <p:spPr/>
        <p:txBody>
          <a:bodyPr/>
          <a:lstStyle>
            <a:lvl1pPr>
              <a:defRPr>
                <a:solidFill>
                  <a:schemeClr val="tx1"/>
                </a:solidFill>
                <a:effectLst/>
              </a:defRPr>
            </a:lvl1pPr>
          </a:lstStyle>
          <a:p>
            <a:fld id="{7DA2CEDE-2AB4-4FB8-9551-E0AA4222B1A3}" type="datetime1">
              <a:rPr lang="en-US" smtClean="0"/>
              <a:pPr/>
              <a:t>9/2/2026</a:t>
            </a:fld>
            <a:endParaRPr lang="en-US" dirty="0"/>
          </a:p>
        </p:txBody>
      </p:sp>
      <p:sp>
        <p:nvSpPr>
          <p:cNvPr id="7" name="Slide Number Placeholder 6">
            <a:extLst>
              <a:ext uri="{FF2B5EF4-FFF2-40B4-BE49-F238E27FC236}">
                <a16:creationId xmlns:a16="http://schemas.microsoft.com/office/drawing/2014/main" id="{B1B822F1-284A-1786-FAF2-72129E2FE64D}"/>
              </a:ext>
            </a:extLst>
          </p:cNvPr>
          <p:cNvSpPr>
            <a:spLocks noGrp="1"/>
          </p:cNvSpPr>
          <p:nvPr>
            <p:ph type="sldNum" sz="quarter" idx="12"/>
          </p:nvPr>
        </p:nvSpPr>
        <p:spPr/>
        <p:txBody>
          <a:bodyPr/>
          <a:lstStyle/>
          <a:p>
            <a:fld id="{5E0677F5-4A8A-4BF1-96BE-3BAE8FBAFE2E}" type="slidenum">
              <a:rPr lang="en-US" smtClean="0"/>
              <a:pPr/>
              <a:t>‹#›</a:t>
            </a:fld>
            <a:endParaRPr lang="en-US" dirty="0"/>
          </a:p>
        </p:txBody>
      </p:sp>
    </p:spTree>
    <p:extLst>
      <p:ext uri="{BB962C8B-B14F-4D97-AF65-F5344CB8AC3E}">
        <p14:creationId xmlns:p14="http://schemas.microsoft.com/office/powerpoint/2010/main" val="3050727982"/>
      </p:ext>
    </p:extLst>
  </p:cSld>
  <p:clrMapOvr>
    <a:masterClrMapping/>
  </p:clrMapOvr>
  <p:hf sldNum="0" hdr="0" ftr="0" dt="0"/>
</p:sldLayout>
</file>

<file path=ppt/slideLayouts/slideLayout13.xml><?xml version="1.0" encoding="utf-8"?>
<p:sldLayout xmlns:a="http://schemas.openxmlformats.org/drawingml/2006/main" xmlns:r="http://schemas.openxmlformats.org/officeDocument/2006/relationships" xmlns:p="http://schemas.openxmlformats.org/presentationml/2006/main" preserve="1">
  <p:cSld name="Content with Picture 3">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FAF3BB49-A328-F121-7F27-DEB7C3CC2B0F}"/>
              </a:ext>
            </a:extLst>
          </p:cNvPr>
          <p:cNvSpPr>
            <a:spLocks noGrp="1"/>
          </p:cNvSpPr>
          <p:nvPr>
            <p:ph type="title"/>
          </p:nvPr>
        </p:nvSpPr>
        <p:spPr>
          <a:xfrm>
            <a:off x="182880" y="219456"/>
            <a:ext cx="7241297" cy="923544"/>
          </a:xfrm>
        </p:spPr>
        <p:txBody>
          <a:bodyPr anchor="t"/>
          <a:lstStyle>
            <a:lvl1pPr>
              <a:defRPr/>
            </a:lvl1pPr>
          </a:lstStyle>
          <a:p>
            <a:r>
              <a:rPr lang="en-US"/>
              <a:t>Click to edit Master title style</a:t>
            </a:r>
            <a:endParaRPr lang="en-US" dirty="0"/>
          </a:p>
        </p:txBody>
      </p:sp>
      <p:sp>
        <p:nvSpPr>
          <p:cNvPr id="8" name="Content Placeholder 7">
            <a:extLst>
              <a:ext uri="{FF2B5EF4-FFF2-40B4-BE49-F238E27FC236}">
                <a16:creationId xmlns:a16="http://schemas.microsoft.com/office/drawing/2014/main" id="{818B74D6-CD72-B859-C229-60DB988B25E3}"/>
              </a:ext>
            </a:extLst>
          </p:cNvPr>
          <p:cNvSpPr>
            <a:spLocks noGrp="1"/>
          </p:cNvSpPr>
          <p:nvPr>
            <p:ph sz="quarter" idx="14"/>
          </p:nvPr>
        </p:nvSpPr>
        <p:spPr>
          <a:xfrm>
            <a:off x="182880" y="1143000"/>
            <a:ext cx="7241298" cy="5239512"/>
          </a:xfrm>
        </p:spPr>
        <p:txBody>
          <a:bodyPr anchor="b"/>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6" name="Footer Placeholder 5">
            <a:extLst>
              <a:ext uri="{FF2B5EF4-FFF2-40B4-BE49-F238E27FC236}">
                <a16:creationId xmlns:a16="http://schemas.microsoft.com/office/drawing/2014/main" id="{C2BDD5A2-CE3E-3215-6DAA-F75C0D1229DA}"/>
              </a:ext>
            </a:extLst>
          </p:cNvPr>
          <p:cNvSpPr>
            <a:spLocks noGrp="1"/>
          </p:cNvSpPr>
          <p:nvPr>
            <p:ph type="ftr" sz="quarter" idx="11"/>
          </p:nvPr>
        </p:nvSpPr>
        <p:spPr>
          <a:xfrm>
            <a:off x="182880" y="6382981"/>
            <a:ext cx="2703777" cy="338328"/>
          </a:xfrm>
        </p:spPr>
        <p:txBody>
          <a:bodyPr/>
          <a:lstStyle/>
          <a:p>
            <a:r>
              <a:rPr lang="en-US"/>
              <a:t>Sample Footer Text</a:t>
            </a:r>
            <a:endParaRPr lang="en-US" dirty="0"/>
          </a:p>
        </p:txBody>
      </p:sp>
      <p:sp>
        <p:nvSpPr>
          <p:cNvPr id="5" name="Date Placeholder 4">
            <a:extLst>
              <a:ext uri="{FF2B5EF4-FFF2-40B4-BE49-F238E27FC236}">
                <a16:creationId xmlns:a16="http://schemas.microsoft.com/office/drawing/2014/main" id="{897D0B7E-1A60-DA52-6965-92412B1C2F9F}"/>
              </a:ext>
            </a:extLst>
          </p:cNvPr>
          <p:cNvSpPr>
            <a:spLocks noGrp="1"/>
          </p:cNvSpPr>
          <p:nvPr>
            <p:ph type="dt" sz="half" idx="10"/>
          </p:nvPr>
        </p:nvSpPr>
        <p:spPr>
          <a:xfrm>
            <a:off x="6392093" y="6387128"/>
            <a:ext cx="1032084" cy="338328"/>
          </a:xfrm>
        </p:spPr>
        <p:txBody>
          <a:bodyPr/>
          <a:lstStyle>
            <a:lvl1pPr>
              <a:defRPr>
                <a:solidFill>
                  <a:schemeClr val="tx1"/>
                </a:solidFill>
                <a:effectLst/>
              </a:defRPr>
            </a:lvl1pPr>
          </a:lstStyle>
          <a:p>
            <a:fld id="{7DA2CEDE-2AB4-4FB8-9551-E0AA4222B1A3}" type="datetime1">
              <a:rPr lang="en-US" smtClean="0"/>
              <a:pPr/>
              <a:t>9/2/2026</a:t>
            </a:fld>
            <a:endParaRPr lang="en-US" dirty="0"/>
          </a:p>
        </p:txBody>
      </p:sp>
      <p:sp>
        <p:nvSpPr>
          <p:cNvPr id="7" name="Slide Number Placeholder 6">
            <a:extLst>
              <a:ext uri="{FF2B5EF4-FFF2-40B4-BE49-F238E27FC236}">
                <a16:creationId xmlns:a16="http://schemas.microsoft.com/office/drawing/2014/main" id="{B1B822F1-284A-1786-FAF2-72129E2FE64D}"/>
              </a:ext>
            </a:extLst>
          </p:cNvPr>
          <p:cNvSpPr>
            <a:spLocks noGrp="1"/>
          </p:cNvSpPr>
          <p:nvPr>
            <p:ph type="sldNum" sz="quarter" idx="12"/>
          </p:nvPr>
        </p:nvSpPr>
        <p:spPr>
          <a:xfrm>
            <a:off x="7424177" y="6387128"/>
            <a:ext cx="457200" cy="338328"/>
          </a:xfrm>
        </p:spPr>
        <p:txBody>
          <a:bodyPr/>
          <a:lstStyle/>
          <a:p>
            <a:fld id="{5E0677F5-4A8A-4BF1-96BE-3BAE8FBAFE2E}" type="slidenum">
              <a:rPr lang="en-US" smtClean="0"/>
              <a:pPr/>
              <a:t>‹#›</a:t>
            </a:fld>
            <a:endParaRPr lang="en-US" dirty="0"/>
          </a:p>
        </p:txBody>
      </p:sp>
      <p:sp>
        <p:nvSpPr>
          <p:cNvPr id="4" name="Picture Placeholder 9">
            <a:extLst>
              <a:ext uri="{FF2B5EF4-FFF2-40B4-BE49-F238E27FC236}">
                <a16:creationId xmlns:a16="http://schemas.microsoft.com/office/drawing/2014/main" id="{F47C8A4F-E753-8148-3650-49C421EB5479}"/>
              </a:ext>
            </a:extLst>
          </p:cNvPr>
          <p:cNvSpPr>
            <a:spLocks noGrp="1"/>
          </p:cNvSpPr>
          <p:nvPr>
            <p:ph type="pic" sz="quarter" idx="13" hasCustomPrompt="1"/>
          </p:nvPr>
        </p:nvSpPr>
        <p:spPr>
          <a:xfrm>
            <a:off x="8249412" y="268573"/>
            <a:ext cx="3675888" cy="6327648"/>
          </a:xfrm>
          <a:custGeom>
            <a:avLst/>
            <a:gdLst>
              <a:gd name="connsiteX0" fmla="*/ 301545 w 3675888"/>
              <a:gd name="connsiteY0" fmla="*/ 0 h 6320854"/>
              <a:gd name="connsiteX1" fmla="*/ 3375347 w 3675888"/>
              <a:gd name="connsiteY1" fmla="*/ 0 h 6320854"/>
              <a:gd name="connsiteX2" fmla="*/ 3675888 w 3675888"/>
              <a:gd name="connsiteY2" fmla="*/ 300541 h 6320854"/>
              <a:gd name="connsiteX3" fmla="*/ 3675888 w 3675888"/>
              <a:gd name="connsiteY3" fmla="*/ 6025428 h 6320854"/>
              <a:gd name="connsiteX4" fmla="*/ 3492331 w 3675888"/>
              <a:gd name="connsiteY4" fmla="*/ 6302351 h 6320854"/>
              <a:gd name="connsiteX5" fmla="*/ 3400682 w 3675888"/>
              <a:gd name="connsiteY5" fmla="*/ 6320854 h 6320854"/>
              <a:gd name="connsiteX6" fmla="*/ 275206 w 3675888"/>
              <a:gd name="connsiteY6" fmla="*/ 6320854 h 6320854"/>
              <a:gd name="connsiteX7" fmla="*/ 186647 w 3675888"/>
              <a:gd name="connsiteY7" fmla="*/ 6302975 h 6320854"/>
              <a:gd name="connsiteX8" fmla="*/ 184171 w 3675888"/>
              <a:gd name="connsiteY8" fmla="*/ 6302204 h 6320854"/>
              <a:gd name="connsiteX9" fmla="*/ 114619 w 3675888"/>
              <a:gd name="connsiteY9" fmla="*/ 6259883 h 6320854"/>
              <a:gd name="connsiteX10" fmla="*/ 105939 w 3675888"/>
              <a:gd name="connsiteY10" fmla="*/ 6252722 h 6320854"/>
              <a:gd name="connsiteX11" fmla="*/ 51500 w 3675888"/>
              <a:gd name="connsiteY11" fmla="*/ 6192635 h 6320854"/>
              <a:gd name="connsiteX12" fmla="*/ 16622 w 3675888"/>
              <a:gd name="connsiteY12" fmla="*/ 6119873 h 6320854"/>
              <a:gd name="connsiteX13" fmla="*/ 12538 w 3675888"/>
              <a:gd name="connsiteY13" fmla="*/ 6106716 h 6320854"/>
              <a:gd name="connsiteX14" fmla="*/ 0 w 3675888"/>
              <a:gd name="connsiteY14" fmla="*/ 6023550 h 6320854"/>
              <a:gd name="connsiteX15" fmla="*/ 0 w 3675888"/>
              <a:gd name="connsiteY15" fmla="*/ 302420 h 6320854"/>
              <a:gd name="connsiteX16" fmla="*/ 301545 w 3675888"/>
              <a:gd name="connsiteY16" fmla="*/ 0 h 6320854"/>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Lst>
            <a:rect l="l" t="t" r="r" b="b"/>
            <a:pathLst>
              <a:path w="3675888" h="6320854">
                <a:moveTo>
                  <a:pt x="301545" y="0"/>
                </a:moveTo>
                <a:lnTo>
                  <a:pt x="3375347" y="0"/>
                </a:lnTo>
                <a:cubicBezTo>
                  <a:pt x="3541331" y="0"/>
                  <a:pt x="3675888" y="134557"/>
                  <a:pt x="3675888" y="300541"/>
                </a:cubicBezTo>
                <a:lnTo>
                  <a:pt x="3675888" y="6025428"/>
                </a:lnTo>
                <a:cubicBezTo>
                  <a:pt x="3675888" y="6149916"/>
                  <a:pt x="3600200" y="6256727"/>
                  <a:pt x="3492331" y="6302351"/>
                </a:cubicBezTo>
                <a:lnTo>
                  <a:pt x="3400682" y="6320854"/>
                </a:lnTo>
                <a:lnTo>
                  <a:pt x="275206" y="6320854"/>
                </a:lnTo>
                <a:lnTo>
                  <a:pt x="186647" y="6302975"/>
                </a:lnTo>
                <a:lnTo>
                  <a:pt x="184171" y="6302204"/>
                </a:lnTo>
                <a:lnTo>
                  <a:pt x="114619" y="6259883"/>
                </a:lnTo>
                <a:lnTo>
                  <a:pt x="105939" y="6252722"/>
                </a:lnTo>
                <a:lnTo>
                  <a:pt x="51500" y="6192635"/>
                </a:lnTo>
                <a:lnTo>
                  <a:pt x="16622" y="6119873"/>
                </a:lnTo>
                <a:lnTo>
                  <a:pt x="12538" y="6106716"/>
                </a:lnTo>
                <a:lnTo>
                  <a:pt x="0" y="6023550"/>
                </a:lnTo>
                <a:lnTo>
                  <a:pt x="0" y="302420"/>
                </a:lnTo>
                <a:cubicBezTo>
                  <a:pt x="0" y="135398"/>
                  <a:pt x="135007" y="0"/>
                  <a:pt x="301545" y="0"/>
                </a:cubicBezTo>
                <a:close/>
              </a:path>
            </a:pathLst>
          </a:custGeom>
          <a:blipFill dpi="0" rotWithShape="1">
            <a:blip r:embed="rId2">
              <a:alphaModFix amt="60000"/>
            </a:blip>
            <a:srcRect/>
            <a:stretch>
              <a:fillRect/>
            </a:stretch>
          </a:blipFill>
        </p:spPr>
        <p:txBody>
          <a:bodyPr wrap="square">
            <a:noAutofit/>
          </a:bodyPr>
          <a:lstStyle>
            <a:lvl1pPr marL="0" indent="0">
              <a:buNone/>
              <a:defRPr/>
            </a:lvl1pPr>
          </a:lstStyle>
          <a:p>
            <a:r>
              <a:rPr lang="en-US" dirty="0"/>
              <a:t> </a:t>
            </a:r>
          </a:p>
        </p:txBody>
      </p:sp>
    </p:spTree>
    <p:extLst>
      <p:ext uri="{BB962C8B-B14F-4D97-AF65-F5344CB8AC3E}">
        <p14:creationId xmlns:p14="http://schemas.microsoft.com/office/powerpoint/2010/main" val="967375481"/>
      </p:ext>
    </p:extLst>
  </p:cSld>
  <p:clrMapOvr>
    <a:masterClrMapping/>
  </p:clrMapOvr>
  <p:hf sldNum="0" hdr="0" ftr="0" dt="0"/>
</p:sldLayout>
</file>

<file path=ppt/slideLayouts/slideLayout14.xml><?xml version="1.0" encoding="utf-8"?>
<p:sldLayout xmlns:a="http://schemas.openxmlformats.org/drawingml/2006/main" xmlns:r="http://schemas.openxmlformats.org/officeDocument/2006/relationships" xmlns:p="http://schemas.openxmlformats.org/presentationml/2006/main" preserve="1">
  <p:cSld name="Content with Picture 4">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FAF3BB49-A328-F121-7F27-DEB7C3CC2B0F}"/>
              </a:ext>
            </a:extLst>
          </p:cNvPr>
          <p:cNvSpPr>
            <a:spLocks noGrp="1"/>
          </p:cNvSpPr>
          <p:nvPr>
            <p:ph type="title"/>
          </p:nvPr>
        </p:nvSpPr>
        <p:spPr>
          <a:xfrm>
            <a:off x="185855" y="219456"/>
            <a:ext cx="4717429" cy="1180888"/>
          </a:xfrm>
        </p:spPr>
        <p:txBody>
          <a:bodyPr anchor="t"/>
          <a:lstStyle/>
          <a:p>
            <a:r>
              <a:rPr lang="en-US"/>
              <a:t>Click to edit Master title style</a:t>
            </a:r>
            <a:endParaRPr lang="en-US" dirty="0"/>
          </a:p>
        </p:txBody>
      </p:sp>
      <p:sp>
        <p:nvSpPr>
          <p:cNvPr id="8" name="Content Placeholder 7">
            <a:extLst>
              <a:ext uri="{FF2B5EF4-FFF2-40B4-BE49-F238E27FC236}">
                <a16:creationId xmlns:a16="http://schemas.microsoft.com/office/drawing/2014/main" id="{747AED59-1A26-9C13-8482-7857E7DEFE52}"/>
              </a:ext>
            </a:extLst>
          </p:cNvPr>
          <p:cNvSpPr>
            <a:spLocks noGrp="1"/>
          </p:cNvSpPr>
          <p:nvPr>
            <p:ph sz="quarter" idx="14"/>
          </p:nvPr>
        </p:nvSpPr>
        <p:spPr>
          <a:xfrm>
            <a:off x="185855" y="1400344"/>
            <a:ext cx="4729045" cy="4871473"/>
          </a:xfrm>
        </p:spPr>
        <p:txBody>
          <a:bodyPr anchor="b"/>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6" name="Footer Placeholder 5">
            <a:extLst>
              <a:ext uri="{FF2B5EF4-FFF2-40B4-BE49-F238E27FC236}">
                <a16:creationId xmlns:a16="http://schemas.microsoft.com/office/drawing/2014/main" id="{C2BDD5A2-CE3E-3215-6DAA-F75C0D1229DA}"/>
              </a:ext>
            </a:extLst>
          </p:cNvPr>
          <p:cNvSpPr>
            <a:spLocks noGrp="1"/>
          </p:cNvSpPr>
          <p:nvPr>
            <p:ph type="ftr" sz="quarter" idx="11"/>
          </p:nvPr>
        </p:nvSpPr>
        <p:spPr/>
        <p:txBody>
          <a:bodyPr/>
          <a:lstStyle>
            <a:lvl1pPr>
              <a:defRPr>
                <a:solidFill>
                  <a:schemeClr val="tx1"/>
                </a:solidFill>
                <a:effectLst/>
              </a:defRPr>
            </a:lvl1pPr>
          </a:lstStyle>
          <a:p>
            <a:r>
              <a:rPr lang="en-US"/>
              <a:t>Sample Footer Text</a:t>
            </a:r>
            <a:endParaRPr lang="en-US" dirty="0"/>
          </a:p>
        </p:txBody>
      </p:sp>
      <p:sp>
        <p:nvSpPr>
          <p:cNvPr id="5" name="Date Placeholder 4">
            <a:extLst>
              <a:ext uri="{FF2B5EF4-FFF2-40B4-BE49-F238E27FC236}">
                <a16:creationId xmlns:a16="http://schemas.microsoft.com/office/drawing/2014/main" id="{897D0B7E-1A60-DA52-6965-92412B1C2F9F}"/>
              </a:ext>
            </a:extLst>
          </p:cNvPr>
          <p:cNvSpPr>
            <a:spLocks noGrp="1"/>
          </p:cNvSpPr>
          <p:nvPr>
            <p:ph type="dt" sz="half" idx="10"/>
          </p:nvPr>
        </p:nvSpPr>
        <p:spPr>
          <a:xfrm>
            <a:off x="3588172" y="6390795"/>
            <a:ext cx="1298784" cy="338328"/>
          </a:xfrm>
        </p:spPr>
        <p:txBody>
          <a:bodyPr/>
          <a:lstStyle/>
          <a:p>
            <a:fld id="{7DA2CEDE-2AB4-4FB8-9551-E0AA4222B1A3}" type="datetime1">
              <a:rPr lang="en-US" smtClean="0"/>
              <a:pPr/>
              <a:t>9/2/2026</a:t>
            </a:fld>
            <a:endParaRPr lang="en-US" dirty="0"/>
          </a:p>
        </p:txBody>
      </p:sp>
      <p:sp>
        <p:nvSpPr>
          <p:cNvPr id="7" name="Slide Number Placeholder 6">
            <a:extLst>
              <a:ext uri="{FF2B5EF4-FFF2-40B4-BE49-F238E27FC236}">
                <a16:creationId xmlns:a16="http://schemas.microsoft.com/office/drawing/2014/main" id="{B1B822F1-284A-1786-FAF2-72129E2FE64D}"/>
              </a:ext>
            </a:extLst>
          </p:cNvPr>
          <p:cNvSpPr>
            <a:spLocks noGrp="1"/>
          </p:cNvSpPr>
          <p:nvPr>
            <p:ph type="sldNum" sz="quarter" idx="12"/>
          </p:nvPr>
        </p:nvSpPr>
        <p:spPr>
          <a:xfrm>
            <a:off x="4886956" y="6390795"/>
            <a:ext cx="457200" cy="338328"/>
          </a:xfrm>
        </p:spPr>
        <p:txBody>
          <a:bodyPr/>
          <a:lstStyle>
            <a:lvl1pPr>
              <a:defRPr>
                <a:solidFill>
                  <a:schemeClr val="tx1"/>
                </a:solidFill>
                <a:effectLst/>
              </a:defRPr>
            </a:lvl1pPr>
          </a:lstStyle>
          <a:p>
            <a:fld id="{5E0677F5-4A8A-4BF1-96BE-3BAE8FBAFE2E}" type="slidenum">
              <a:rPr lang="en-US" smtClean="0"/>
              <a:pPr/>
              <a:t>‹#›</a:t>
            </a:fld>
            <a:endParaRPr lang="en-US" dirty="0"/>
          </a:p>
        </p:txBody>
      </p:sp>
      <p:sp>
        <p:nvSpPr>
          <p:cNvPr id="4" name="Picture Placeholder 3">
            <a:extLst>
              <a:ext uri="{FF2B5EF4-FFF2-40B4-BE49-F238E27FC236}">
                <a16:creationId xmlns:a16="http://schemas.microsoft.com/office/drawing/2014/main" id="{00846273-A5CB-BDCB-C625-903F863EC307}"/>
              </a:ext>
            </a:extLst>
          </p:cNvPr>
          <p:cNvSpPr>
            <a:spLocks noGrp="1"/>
          </p:cNvSpPr>
          <p:nvPr>
            <p:ph type="pic" sz="quarter" idx="13" hasCustomPrompt="1"/>
          </p:nvPr>
        </p:nvSpPr>
        <p:spPr>
          <a:xfrm>
            <a:off x="5600703" y="266700"/>
            <a:ext cx="6324469" cy="6324600"/>
          </a:xfrm>
          <a:custGeom>
            <a:avLst/>
            <a:gdLst>
              <a:gd name="connsiteX0" fmla="*/ 269395 w 6111507"/>
              <a:gd name="connsiteY0" fmla="*/ 0 h 6172338"/>
              <a:gd name="connsiteX1" fmla="*/ 5842112 w 6111507"/>
              <a:gd name="connsiteY1" fmla="*/ 0 h 6172338"/>
              <a:gd name="connsiteX2" fmla="*/ 6111507 w 6111507"/>
              <a:gd name="connsiteY2" fmla="*/ 268145 h 6172338"/>
              <a:gd name="connsiteX3" fmla="*/ 6111507 w 6111507"/>
              <a:gd name="connsiteY3" fmla="*/ 5904194 h 6172338"/>
              <a:gd name="connsiteX4" fmla="*/ 5842112 w 6111507"/>
              <a:gd name="connsiteY4" fmla="*/ 6172338 h 6172338"/>
              <a:gd name="connsiteX5" fmla="*/ 269395 w 6111507"/>
              <a:gd name="connsiteY5" fmla="*/ 6172338 h 6172338"/>
              <a:gd name="connsiteX6" fmla="*/ 0 w 6111507"/>
              <a:gd name="connsiteY6" fmla="*/ 5904194 h 6172338"/>
              <a:gd name="connsiteX7" fmla="*/ 0 w 6111507"/>
              <a:gd name="connsiteY7" fmla="*/ 268145 h 6172338"/>
              <a:gd name="connsiteX8" fmla="*/ 269395 w 6111507"/>
              <a:gd name="connsiteY8" fmla="*/ 0 h 6172338"/>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Lst>
            <a:rect l="l" t="t" r="r" b="b"/>
            <a:pathLst>
              <a:path w="6111507" h="6172338">
                <a:moveTo>
                  <a:pt x="269395" y="0"/>
                </a:moveTo>
                <a:lnTo>
                  <a:pt x="5842112" y="0"/>
                </a:lnTo>
                <a:cubicBezTo>
                  <a:pt x="5990895" y="0"/>
                  <a:pt x="6111507" y="120052"/>
                  <a:pt x="6111507" y="268145"/>
                </a:cubicBezTo>
                <a:lnTo>
                  <a:pt x="6111507" y="5904194"/>
                </a:lnTo>
                <a:cubicBezTo>
                  <a:pt x="6111507" y="6052286"/>
                  <a:pt x="5990895" y="6172338"/>
                  <a:pt x="5842112" y="6172338"/>
                </a:cubicBezTo>
                <a:lnTo>
                  <a:pt x="269395" y="6172338"/>
                </a:lnTo>
                <a:cubicBezTo>
                  <a:pt x="120612" y="6172338"/>
                  <a:pt x="0" y="6052286"/>
                  <a:pt x="0" y="5904194"/>
                </a:cubicBezTo>
                <a:lnTo>
                  <a:pt x="0" y="268145"/>
                </a:lnTo>
                <a:cubicBezTo>
                  <a:pt x="0" y="120052"/>
                  <a:pt x="120612" y="0"/>
                  <a:pt x="269395" y="0"/>
                </a:cubicBezTo>
                <a:close/>
              </a:path>
            </a:pathLst>
          </a:custGeom>
          <a:blipFill dpi="0" rotWithShape="1">
            <a:blip r:embed="rId2">
              <a:alphaModFix amt="60000"/>
            </a:blip>
            <a:srcRect/>
            <a:stretch>
              <a:fillRect/>
            </a:stretch>
          </a:blipFill>
        </p:spPr>
        <p:txBody>
          <a:bodyPr wrap="square">
            <a:noAutofit/>
          </a:bodyPr>
          <a:lstStyle>
            <a:lvl1pPr marL="0" indent="0">
              <a:buNone/>
              <a:defRPr/>
            </a:lvl1pPr>
          </a:lstStyle>
          <a:p>
            <a:r>
              <a:rPr lang="en-US" dirty="0"/>
              <a:t> </a:t>
            </a:r>
          </a:p>
        </p:txBody>
      </p:sp>
    </p:spTree>
    <p:extLst>
      <p:ext uri="{BB962C8B-B14F-4D97-AF65-F5344CB8AC3E}">
        <p14:creationId xmlns:p14="http://schemas.microsoft.com/office/powerpoint/2010/main" val="594765908"/>
      </p:ext>
    </p:extLst>
  </p:cSld>
  <p:clrMapOvr>
    <a:masterClrMapping/>
  </p:clrMapOvr>
  <p:hf sldNum="0" hdr="0" ftr="0" dt="0"/>
</p:sldLayout>
</file>

<file path=ppt/slideLayouts/slideLayout15.xml><?xml version="1.0" encoding="utf-8"?>
<p:sldLayout xmlns:a="http://schemas.openxmlformats.org/drawingml/2006/main" xmlns:r="http://schemas.openxmlformats.org/officeDocument/2006/relationships" xmlns:p="http://schemas.openxmlformats.org/presentationml/2006/main" preserve="1">
  <p:cSld name="Content with Picture 5">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FAF3BB49-A328-F121-7F27-DEB7C3CC2B0F}"/>
              </a:ext>
            </a:extLst>
          </p:cNvPr>
          <p:cNvSpPr>
            <a:spLocks noGrp="1"/>
          </p:cNvSpPr>
          <p:nvPr>
            <p:ph type="title"/>
          </p:nvPr>
        </p:nvSpPr>
        <p:spPr>
          <a:xfrm>
            <a:off x="182881" y="220869"/>
            <a:ext cx="3208020" cy="3088635"/>
          </a:xfrm>
        </p:spPr>
        <p:txBody>
          <a:bodyPr anchor="t"/>
          <a:lstStyle/>
          <a:p>
            <a:r>
              <a:rPr lang="en-US"/>
              <a:t>Click to edit Master title style</a:t>
            </a:r>
            <a:endParaRPr lang="en-US" dirty="0"/>
          </a:p>
        </p:txBody>
      </p:sp>
      <p:sp>
        <p:nvSpPr>
          <p:cNvPr id="6" name="Footer Placeholder 5">
            <a:extLst>
              <a:ext uri="{FF2B5EF4-FFF2-40B4-BE49-F238E27FC236}">
                <a16:creationId xmlns:a16="http://schemas.microsoft.com/office/drawing/2014/main" id="{C2BDD5A2-CE3E-3215-6DAA-F75C0D1229DA}"/>
              </a:ext>
            </a:extLst>
          </p:cNvPr>
          <p:cNvSpPr>
            <a:spLocks noGrp="1"/>
          </p:cNvSpPr>
          <p:nvPr>
            <p:ph type="ftr" sz="quarter" idx="11"/>
          </p:nvPr>
        </p:nvSpPr>
        <p:spPr/>
        <p:txBody>
          <a:bodyPr/>
          <a:lstStyle>
            <a:lvl1pPr>
              <a:defRPr>
                <a:solidFill>
                  <a:schemeClr val="tx1"/>
                </a:solidFill>
                <a:effectLst/>
              </a:defRPr>
            </a:lvl1pPr>
          </a:lstStyle>
          <a:p>
            <a:r>
              <a:rPr lang="en-US"/>
              <a:t>Sample Footer Text</a:t>
            </a:r>
            <a:endParaRPr lang="en-US" dirty="0"/>
          </a:p>
        </p:txBody>
      </p:sp>
      <p:sp>
        <p:nvSpPr>
          <p:cNvPr id="4" name="Picture Placeholder 3">
            <a:extLst>
              <a:ext uri="{FF2B5EF4-FFF2-40B4-BE49-F238E27FC236}">
                <a16:creationId xmlns:a16="http://schemas.microsoft.com/office/drawing/2014/main" id="{26FEEE5C-15B3-8386-23D3-B6B236C668F2}"/>
              </a:ext>
            </a:extLst>
          </p:cNvPr>
          <p:cNvSpPr>
            <a:spLocks noGrp="1"/>
          </p:cNvSpPr>
          <p:nvPr>
            <p:ph type="pic" sz="quarter" idx="13" hasCustomPrompt="1"/>
          </p:nvPr>
        </p:nvSpPr>
        <p:spPr>
          <a:xfrm>
            <a:off x="4686300" y="266700"/>
            <a:ext cx="3500538" cy="6324600"/>
          </a:xfrm>
          <a:custGeom>
            <a:avLst/>
            <a:gdLst>
              <a:gd name="connsiteX0" fmla="*/ 292116 w 3808553"/>
              <a:gd name="connsiteY0" fmla="*/ 0 h 6172200"/>
              <a:gd name="connsiteX1" fmla="*/ 3516437 w 3808553"/>
              <a:gd name="connsiteY1" fmla="*/ 0 h 6172200"/>
              <a:gd name="connsiteX2" fmla="*/ 3808553 w 3808553"/>
              <a:gd name="connsiteY2" fmla="*/ 292116 h 6172200"/>
              <a:gd name="connsiteX3" fmla="*/ 3808553 w 3808553"/>
              <a:gd name="connsiteY3" fmla="*/ 5880084 h 6172200"/>
              <a:gd name="connsiteX4" fmla="*/ 3516437 w 3808553"/>
              <a:gd name="connsiteY4" fmla="*/ 6172200 h 6172200"/>
              <a:gd name="connsiteX5" fmla="*/ 292116 w 3808553"/>
              <a:gd name="connsiteY5" fmla="*/ 6172200 h 6172200"/>
              <a:gd name="connsiteX6" fmla="*/ 0 w 3808553"/>
              <a:gd name="connsiteY6" fmla="*/ 5880084 h 6172200"/>
              <a:gd name="connsiteX7" fmla="*/ 0 w 3808553"/>
              <a:gd name="connsiteY7" fmla="*/ 292116 h 6172200"/>
              <a:gd name="connsiteX8" fmla="*/ 292116 w 3808553"/>
              <a:gd name="connsiteY8" fmla="*/ 0 h 617220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Lst>
            <a:rect l="l" t="t" r="r" b="b"/>
            <a:pathLst>
              <a:path w="3808553" h="6172200">
                <a:moveTo>
                  <a:pt x="292116" y="0"/>
                </a:moveTo>
                <a:lnTo>
                  <a:pt x="3516437" y="0"/>
                </a:lnTo>
                <a:cubicBezTo>
                  <a:pt x="3677768" y="0"/>
                  <a:pt x="3808553" y="130785"/>
                  <a:pt x="3808553" y="292116"/>
                </a:cubicBezTo>
                <a:lnTo>
                  <a:pt x="3808553" y="5880084"/>
                </a:lnTo>
                <a:cubicBezTo>
                  <a:pt x="3808553" y="6041415"/>
                  <a:pt x="3677768" y="6172200"/>
                  <a:pt x="3516437" y="6172200"/>
                </a:cubicBezTo>
                <a:lnTo>
                  <a:pt x="292116" y="6172200"/>
                </a:lnTo>
                <a:cubicBezTo>
                  <a:pt x="130785" y="6172200"/>
                  <a:pt x="0" y="6041415"/>
                  <a:pt x="0" y="5880084"/>
                </a:cubicBezTo>
                <a:lnTo>
                  <a:pt x="0" y="292116"/>
                </a:lnTo>
                <a:cubicBezTo>
                  <a:pt x="0" y="130785"/>
                  <a:pt x="130785" y="0"/>
                  <a:pt x="292116" y="0"/>
                </a:cubicBezTo>
                <a:close/>
              </a:path>
            </a:pathLst>
          </a:custGeom>
          <a:blipFill dpi="0" rotWithShape="1">
            <a:blip r:embed="rId2">
              <a:alphaModFix amt="60000"/>
            </a:blip>
            <a:srcRect/>
            <a:stretch>
              <a:fillRect/>
            </a:stretch>
          </a:blipFill>
        </p:spPr>
        <p:txBody>
          <a:bodyPr wrap="square">
            <a:noAutofit/>
          </a:bodyPr>
          <a:lstStyle>
            <a:lvl1pPr marL="0" indent="0">
              <a:buNone/>
              <a:defRPr/>
            </a:lvl1pPr>
          </a:lstStyle>
          <a:p>
            <a:r>
              <a:rPr lang="en-US" dirty="0"/>
              <a:t> </a:t>
            </a:r>
          </a:p>
        </p:txBody>
      </p:sp>
      <p:sp>
        <p:nvSpPr>
          <p:cNvPr id="8" name="Content Placeholder 7">
            <a:extLst>
              <a:ext uri="{FF2B5EF4-FFF2-40B4-BE49-F238E27FC236}">
                <a16:creationId xmlns:a16="http://schemas.microsoft.com/office/drawing/2014/main" id="{07755DB3-9272-8E5E-039F-AC14A2C07898}"/>
              </a:ext>
            </a:extLst>
          </p:cNvPr>
          <p:cNvSpPr>
            <a:spLocks noGrp="1"/>
          </p:cNvSpPr>
          <p:nvPr>
            <p:ph sz="quarter" idx="14"/>
          </p:nvPr>
        </p:nvSpPr>
        <p:spPr>
          <a:xfrm>
            <a:off x="8461087" y="220870"/>
            <a:ext cx="3200400" cy="6055554"/>
          </a:xfrm>
        </p:spPr>
        <p:txBody>
          <a:bodyPr anchor="b"/>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5" name="Date Placeholder 4">
            <a:extLst>
              <a:ext uri="{FF2B5EF4-FFF2-40B4-BE49-F238E27FC236}">
                <a16:creationId xmlns:a16="http://schemas.microsoft.com/office/drawing/2014/main" id="{897D0B7E-1A60-DA52-6965-92412B1C2F9F}"/>
              </a:ext>
            </a:extLst>
          </p:cNvPr>
          <p:cNvSpPr>
            <a:spLocks noGrp="1"/>
          </p:cNvSpPr>
          <p:nvPr>
            <p:ph type="dt" sz="half" idx="10"/>
          </p:nvPr>
        </p:nvSpPr>
        <p:spPr/>
        <p:txBody>
          <a:bodyPr/>
          <a:lstStyle/>
          <a:p>
            <a:fld id="{7DA2CEDE-2AB4-4FB8-9551-E0AA4222B1A3}" type="datetime1">
              <a:rPr lang="en-US" smtClean="0"/>
              <a:pPr/>
              <a:t>9/2/2026</a:t>
            </a:fld>
            <a:endParaRPr lang="en-US" dirty="0"/>
          </a:p>
        </p:txBody>
      </p:sp>
      <p:sp>
        <p:nvSpPr>
          <p:cNvPr id="7" name="Slide Number Placeholder 6">
            <a:extLst>
              <a:ext uri="{FF2B5EF4-FFF2-40B4-BE49-F238E27FC236}">
                <a16:creationId xmlns:a16="http://schemas.microsoft.com/office/drawing/2014/main" id="{B1B822F1-284A-1786-FAF2-72129E2FE64D}"/>
              </a:ext>
            </a:extLst>
          </p:cNvPr>
          <p:cNvSpPr>
            <a:spLocks noGrp="1"/>
          </p:cNvSpPr>
          <p:nvPr>
            <p:ph type="sldNum" sz="quarter" idx="12"/>
          </p:nvPr>
        </p:nvSpPr>
        <p:spPr/>
        <p:txBody>
          <a:bodyPr/>
          <a:lstStyle>
            <a:lvl1pPr>
              <a:defRPr>
                <a:solidFill>
                  <a:schemeClr val="tx1"/>
                </a:solidFill>
                <a:effectLst/>
              </a:defRPr>
            </a:lvl1pPr>
          </a:lstStyle>
          <a:p>
            <a:fld id="{5E0677F5-4A8A-4BF1-96BE-3BAE8FBAFE2E}" type="slidenum">
              <a:rPr lang="en-US" smtClean="0"/>
              <a:pPr/>
              <a:t>‹#›</a:t>
            </a:fld>
            <a:endParaRPr lang="en-US" dirty="0"/>
          </a:p>
        </p:txBody>
      </p:sp>
    </p:spTree>
    <p:extLst>
      <p:ext uri="{BB962C8B-B14F-4D97-AF65-F5344CB8AC3E}">
        <p14:creationId xmlns:p14="http://schemas.microsoft.com/office/powerpoint/2010/main" val="3609488210"/>
      </p:ext>
    </p:extLst>
  </p:cSld>
  <p:clrMapOvr>
    <a:masterClrMapping/>
  </p:clrMapOvr>
  <p:hf sldNum="0" hdr="0" ftr="0" dt="0"/>
</p:sldLayout>
</file>

<file path=ppt/slideLayouts/slideLayout16.xml><?xml version="1.0" encoding="utf-8"?>
<p:sldLayout xmlns:a="http://schemas.openxmlformats.org/drawingml/2006/main" xmlns:r="http://schemas.openxmlformats.org/officeDocument/2006/relationships" xmlns:p="http://schemas.openxmlformats.org/presentationml/2006/main" preserve="1">
  <p:cSld name="Content with Picture 6">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FAF3BB49-A328-F121-7F27-DEB7C3CC2B0F}"/>
              </a:ext>
            </a:extLst>
          </p:cNvPr>
          <p:cNvSpPr>
            <a:spLocks noGrp="1"/>
          </p:cNvSpPr>
          <p:nvPr>
            <p:ph type="title"/>
          </p:nvPr>
        </p:nvSpPr>
        <p:spPr>
          <a:xfrm>
            <a:off x="7513755" y="219456"/>
            <a:ext cx="3891435" cy="1225339"/>
          </a:xfrm>
        </p:spPr>
        <p:txBody>
          <a:bodyPr anchor="t"/>
          <a:lstStyle/>
          <a:p>
            <a:r>
              <a:rPr lang="en-US"/>
              <a:t>Click to edit Master title style</a:t>
            </a:r>
            <a:endParaRPr lang="en-US" dirty="0"/>
          </a:p>
        </p:txBody>
      </p:sp>
      <p:sp>
        <p:nvSpPr>
          <p:cNvPr id="14" name="Picture Placeholder 13">
            <a:extLst>
              <a:ext uri="{FF2B5EF4-FFF2-40B4-BE49-F238E27FC236}">
                <a16:creationId xmlns:a16="http://schemas.microsoft.com/office/drawing/2014/main" id="{B3BE62AC-2855-BB28-0282-25CA658273E5}"/>
              </a:ext>
            </a:extLst>
          </p:cNvPr>
          <p:cNvSpPr>
            <a:spLocks noGrp="1"/>
          </p:cNvSpPr>
          <p:nvPr>
            <p:ph type="pic" sz="quarter" idx="13" hasCustomPrompt="1"/>
          </p:nvPr>
        </p:nvSpPr>
        <p:spPr>
          <a:xfrm>
            <a:off x="270473" y="265176"/>
            <a:ext cx="6984636" cy="6327648"/>
          </a:xfrm>
          <a:custGeom>
            <a:avLst/>
            <a:gdLst>
              <a:gd name="connsiteX0" fmla="*/ 302565 w 7228936"/>
              <a:gd name="connsiteY0" fmla="*/ 0 h 6316602"/>
              <a:gd name="connsiteX1" fmla="*/ 6926371 w 7228936"/>
              <a:gd name="connsiteY1" fmla="*/ 0 h 6316602"/>
              <a:gd name="connsiteX2" fmla="*/ 7228936 w 7228936"/>
              <a:gd name="connsiteY2" fmla="*/ 302565 h 6316602"/>
              <a:gd name="connsiteX3" fmla="*/ 7228936 w 7228936"/>
              <a:gd name="connsiteY3" fmla="*/ 6014037 h 6316602"/>
              <a:gd name="connsiteX4" fmla="*/ 6926371 w 7228936"/>
              <a:gd name="connsiteY4" fmla="*/ 6316602 h 6316602"/>
              <a:gd name="connsiteX5" fmla="*/ 302565 w 7228936"/>
              <a:gd name="connsiteY5" fmla="*/ 6316602 h 6316602"/>
              <a:gd name="connsiteX6" fmla="*/ 0 w 7228936"/>
              <a:gd name="connsiteY6" fmla="*/ 6014037 h 6316602"/>
              <a:gd name="connsiteX7" fmla="*/ 0 w 7228936"/>
              <a:gd name="connsiteY7" fmla="*/ 302565 h 6316602"/>
              <a:gd name="connsiteX8" fmla="*/ 302565 w 7228936"/>
              <a:gd name="connsiteY8" fmla="*/ 0 h 6316602"/>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Lst>
            <a:rect l="l" t="t" r="r" b="b"/>
            <a:pathLst>
              <a:path w="7228936" h="6316602">
                <a:moveTo>
                  <a:pt x="302565" y="0"/>
                </a:moveTo>
                <a:lnTo>
                  <a:pt x="6926371" y="0"/>
                </a:lnTo>
                <a:cubicBezTo>
                  <a:pt x="7093473" y="0"/>
                  <a:pt x="7228936" y="135463"/>
                  <a:pt x="7228936" y="302565"/>
                </a:cubicBezTo>
                <a:lnTo>
                  <a:pt x="7228936" y="6014037"/>
                </a:lnTo>
                <a:cubicBezTo>
                  <a:pt x="7228936" y="6181139"/>
                  <a:pt x="7093473" y="6316602"/>
                  <a:pt x="6926371" y="6316602"/>
                </a:cubicBezTo>
                <a:lnTo>
                  <a:pt x="302565" y="6316602"/>
                </a:lnTo>
                <a:cubicBezTo>
                  <a:pt x="135463" y="6316602"/>
                  <a:pt x="0" y="6181139"/>
                  <a:pt x="0" y="6014037"/>
                </a:cubicBezTo>
                <a:lnTo>
                  <a:pt x="0" y="302565"/>
                </a:lnTo>
                <a:cubicBezTo>
                  <a:pt x="0" y="135463"/>
                  <a:pt x="135463" y="0"/>
                  <a:pt x="302565" y="0"/>
                </a:cubicBezTo>
                <a:close/>
              </a:path>
            </a:pathLst>
          </a:custGeom>
          <a:blipFill dpi="0" rotWithShape="1">
            <a:blip r:embed="rId2">
              <a:alphaModFix amt="60000"/>
            </a:blip>
            <a:srcRect/>
            <a:stretch>
              <a:fillRect/>
            </a:stretch>
          </a:blipFill>
        </p:spPr>
        <p:txBody>
          <a:bodyPr wrap="square">
            <a:noAutofit/>
          </a:bodyPr>
          <a:lstStyle>
            <a:lvl1pPr marL="0" indent="0">
              <a:buNone/>
              <a:defRPr/>
            </a:lvl1pPr>
          </a:lstStyle>
          <a:p>
            <a:r>
              <a:rPr lang="en-US" dirty="0"/>
              <a:t> </a:t>
            </a:r>
          </a:p>
        </p:txBody>
      </p:sp>
      <p:sp>
        <p:nvSpPr>
          <p:cNvPr id="8" name="Content Placeholder 7">
            <a:extLst>
              <a:ext uri="{FF2B5EF4-FFF2-40B4-BE49-F238E27FC236}">
                <a16:creationId xmlns:a16="http://schemas.microsoft.com/office/drawing/2014/main" id="{7FF0220E-48F8-B4D9-19DE-7B457C3C221C}"/>
              </a:ext>
            </a:extLst>
          </p:cNvPr>
          <p:cNvSpPr>
            <a:spLocks noGrp="1"/>
          </p:cNvSpPr>
          <p:nvPr>
            <p:ph sz="quarter" idx="14"/>
          </p:nvPr>
        </p:nvSpPr>
        <p:spPr>
          <a:xfrm>
            <a:off x="7513753" y="1435652"/>
            <a:ext cx="3891435" cy="4833862"/>
          </a:xfrm>
        </p:spPr>
        <p:txBody>
          <a:bodyPr anchor="b"/>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6" name="Footer Placeholder 5">
            <a:extLst>
              <a:ext uri="{FF2B5EF4-FFF2-40B4-BE49-F238E27FC236}">
                <a16:creationId xmlns:a16="http://schemas.microsoft.com/office/drawing/2014/main" id="{C2BDD5A2-CE3E-3215-6DAA-F75C0D1229DA}"/>
              </a:ext>
            </a:extLst>
          </p:cNvPr>
          <p:cNvSpPr>
            <a:spLocks noGrp="1"/>
          </p:cNvSpPr>
          <p:nvPr>
            <p:ph type="ftr" sz="quarter" idx="11"/>
          </p:nvPr>
        </p:nvSpPr>
        <p:spPr>
          <a:xfrm>
            <a:off x="7515079" y="6387128"/>
            <a:ext cx="2703777" cy="338328"/>
          </a:xfrm>
        </p:spPr>
        <p:txBody>
          <a:bodyPr/>
          <a:lstStyle/>
          <a:p>
            <a:r>
              <a:rPr lang="en-US"/>
              <a:t>Sample Footer Text</a:t>
            </a:r>
            <a:endParaRPr lang="en-US" dirty="0"/>
          </a:p>
        </p:txBody>
      </p:sp>
      <p:sp>
        <p:nvSpPr>
          <p:cNvPr id="5" name="Date Placeholder 4">
            <a:extLst>
              <a:ext uri="{FF2B5EF4-FFF2-40B4-BE49-F238E27FC236}">
                <a16:creationId xmlns:a16="http://schemas.microsoft.com/office/drawing/2014/main" id="{897D0B7E-1A60-DA52-6965-92412B1C2F9F}"/>
              </a:ext>
            </a:extLst>
          </p:cNvPr>
          <p:cNvSpPr>
            <a:spLocks noGrp="1"/>
          </p:cNvSpPr>
          <p:nvPr>
            <p:ph type="dt" sz="half" idx="10"/>
          </p:nvPr>
        </p:nvSpPr>
        <p:spPr/>
        <p:txBody>
          <a:bodyPr/>
          <a:lstStyle>
            <a:lvl1pPr>
              <a:defRPr>
                <a:solidFill>
                  <a:schemeClr val="tx1"/>
                </a:solidFill>
                <a:effectLst/>
              </a:defRPr>
            </a:lvl1pPr>
          </a:lstStyle>
          <a:p>
            <a:fld id="{7DA2CEDE-2AB4-4FB8-9551-E0AA4222B1A3}" type="datetime1">
              <a:rPr lang="en-US" smtClean="0"/>
              <a:pPr/>
              <a:t>9/2/2026</a:t>
            </a:fld>
            <a:endParaRPr lang="en-US" dirty="0"/>
          </a:p>
        </p:txBody>
      </p:sp>
      <p:sp>
        <p:nvSpPr>
          <p:cNvPr id="7" name="Slide Number Placeholder 6">
            <a:extLst>
              <a:ext uri="{FF2B5EF4-FFF2-40B4-BE49-F238E27FC236}">
                <a16:creationId xmlns:a16="http://schemas.microsoft.com/office/drawing/2014/main" id="{B1B822F1-284A-1786-FAF2-72129E2FE64D}"/>
              </a:ext>
            </a:extLst>
          </p:cNvPr>
          <p:cNvSpPr>
            <a:spLocks noGrp="1"/>
          </p:cNvSpPr>
          <p:nvPr>
            <p:ph type="sldNum" sz="quarter" idx="12"/>
          </p:nvPr>
        </p:nvSpPr>
        <p:spPr/>
        <p:txBody>
          <a:bodyPr/>
          <a:lstStyle/>
          <a:p>
            <a:fld id="{5E0677F5-4A8A-4BF1-96BE-3BAE8FBAFE2E}" type="slidenum">
              <a:rPr lang="en-US" smtClean="0"/>
              <a:pPr/>
              <a:t>‹#›</a:t>
            </a:fld>
            <a:endParaRPr lang="en-US" dirty="0"/>
          </a:p>
        </p:txBody>
      </p:sp>
    </p:spTree>
    <p:extLst>
      <p:ext uri="{BB962C8B-B14F-4D97-AF65-F5344CB8AC3E}">
        <p14:creationId xmlns:p14="http://schemas.microsoft.com/office/powerpoint/2010/main" val="3747771523"/>
      </p:ext>
    </p:extLst>
  </p:cSld>
  <p:clrMapOvr>
    <a:masterClrMapping/>
  </p:clrMapOvr>
  <p:hf sldNum="0" hdr="0" ftr="0" dt="0"/>
</p:sldLayout>
</file>

<file path=ppt/slideLayouts/slideLayout17.xml><?xml version="1.0" encoding="utf-8"?>
<p:sldLayout xmlns:a="http://schemas.openxmlformats.org/drawingml/2006/main" xmlns:r="http://schemas.openxmlformats.org/officeDocument/2006/relationships" xmlns:p="http://schemas.openxmlformats.org/presentationml/2006/main" preserve="1">
  <p:cSld name="Content with Picture 7">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FAF3BB49-A328-F121-7F27-DEB7C3CC2B0F}"/>
              </a:ext>
            </a:extLst>
          </p:cNvPr>
          <p:cNvSpPr>
            <a:spLocks noGrp="1"/>
          </p:cNvSpPr>
          <p:nvPr>
            <p:ph type="title"/>
          </p:nvPr>
        </p:nvSpPr>
        <p:spPr>
          <a:xfrm>
            <a:off x="185854" y="219456"/>
            <a:ext cx="3234982" cy="1577218"/>
          </a:xfrm>
        </p:spPr>
        <p:txBody>
          <a:bodyPr anchor="t"/>
          <a:lstStyle/>
          <a:p>
            <a:r>
              <a:rPr lang="en-US"/>
              <a:t>Click to edit Master title style</a:t>
            </a:r>
            <a:endParaRPr lang="en-US" dirty="0"/>
          </a:p>
        </p:txBody>
      </p:sp>
      <p:sp>
        <p:nvSpPr>
          <p:cNvPr id="8" name="Content Placeholder 7">
            <a:extLst>
              <a:ext uri="{FF2B5EF4-FFF2-40B4-BE49-F238E27FC236}">
                <a16:creationId xmlns:a16="http://schemas.microsoft.com/office/drawing/2014/main" id="{6E0D00CE-C191-6DE5-9D82-7EFB59BC3739}"/>
              </a:ext>
            </a:extLst>
          </p:cNvPr>
          <p:cNvSpPr>
            <a:spLocks noGrp="1"/>
          </p:cNvSpPr>
          <p:nvPr>
            <p:ph sz="quarter" idx="14"/>
          </p:nvPr>
        </p:nvSpPr>
        <p:spPr>
          <a:xfrm>
            <a:off x="185854" y="1796675"/>
            <a:ext cx="3234982" cy="4471476"/>
          </a:xfrm>
        </p:spPr>
        <p:txBody>
          <a:bodyPr vert="horz" lIns="91440" tIns="45720" rIns="91440" bIns="45720" rtlCol="0" anchor="b">
            <a:normAutofit/>
          </a:bodyPr>
          <a:lstStyle>
            <a:lvl1pPr>
              <a:defRPr lang="en-US" dirty="0"/>
            </a:lvl1pPr>
            <a:lvl2pPr>
              <a:defRPr lang="en-US" dirty="0"/>
            </a:lvl2pPr>
            <a:lvl3pPr>
              <a:defRPr lang="en-US" dirty="0"/>
            </a:lvl3pPr>
            <a:lvl4pPr>
              <a:defRPr lang="en-US" dirty="0"/>
            </a:lvl4pPr>
            <a:lvl5pPr>
              <a:defRPr lang="en-US" dirty="0"/>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6" name="Footer Placeholder 5">
            <a:extLst>
              <a:ext uri="{FF2B5EF4-FFF2-40B4-BE49-F238E27FC236}">
                <a16:creationId xmlns:a16="http://schemas.microsoft.com/office/drawing/2014/main" id="{C2BDD5A2-CE3E-3215-6DAA-F75C0D1229DA}"/>
              </a:ext>
            </a:extLst>
          </p:cNvPr>
          <p:cNvSpPr>
            <a:spLocks noGrp="1"/>
          </p:cNvSpPr>
          <p:nvPr>
            <p:ph type="ftr" sz="quarter" idx="11"/>
          </p:nvPr>
        </p:nvSpPr>
        <p:spPr>
          <a:xfrm>
            <a:off x="178705" y="6387128"/>
            <a:ext cx="2095770" cy="338328"/>
          </a:xfrm>
        </p:spPr>
        <p:txBody>
          <a:bodyPr/>
          <a:lstStyle/>
          <a:p>
            <a:r>
              <a:rPr lang="en-US"/>
              <a:t>Sample Footer Text</a:t>
            </a:r>
            <a:endParaRPr lang="en-US" dirty="0"/>
          </a:p>
        </p:txBody>
      </p:sp>
      <p:sp>
        <p:nvSpPr>
          <p:cNvPr id="5" name="Date Placeholder 4">
            <a:extLst>
              <a:ext uri="{FF2B5EF4-FFF2-40B4-BE49-F238E27FC236}">
                <a16:creationId xmlns:a16="http://schemas.microsoft.com/office/drawing/2014/main" id="{897D0B7E-1A60-DA52-6965-92412B1C2F9F}"/>
              </a:ext>
            </a:extLst>
          </p:cNvPr>
          <p:cNvSpPr>
            <a:spLocks noGrp="1"/>
          </p:cNvSpPr>
          <p:nvPr>
            <p:ph type="dt" sz="half" idx="10"/>
          </p:nvPr>
        </p:nvSpPr>
        <p:spPr>
          <a:xfrm>
            <a:off x="2206416" y="6390795"/>
            <a:ext cx="1032084" cy="338328"/>
          </a:xfrm>
        </p:spPr>
        <p:txBody>
          <a:bodyPr/>
          <a:lstStyle>
            <a:lvl1pPr>
              <a:defRPr>
                <a:solidFill>
                  <a:schemeClr val="tx1"/>
                </a:solidFill>
                <a:effectLst/>
              </a:defRPr>
            </a:lvl1pPr>
          </a:lstStyle>
          <a:p>
            <a:fld id="{7DA2CEDE-2AB4-4FB8-9551-E0AA4222B1A3}" type="datetime1">
              <a:rPr lang="en-US" smtClean="0"/>
              <a:pPr/>
              <a:t>9/2/2026</a:t>
            </a:fld>
            <a:endParaRPr lang="en-US" dirty="0"/>
          </a:p>
        </p:txBody>
      </p:sp>
      <p:sp>
        <p:nvSpPr>
          <p:cNvPr id="7" name="Slide Number Placeholder 6">
            <a:extLst>
              <a:ext uri="{FF2B5EF4-FFF2-40B4-BE49-F238E27FC236}">
                <a16:creationId xmlns:a16="http://schemas.microsoft.com/office/drawing/2014/main" id="{B1B822F1-284A-1786-FAF2-72129E2FE64D}"/>
              </a:ext>
            </a:extLst>
          </p:cNvPr>
          <p:cNvSpPr>
            <a:spLocks noGrp="1"/>
          </p:cNvSpPr>
          <p:nvPr>
            <p:ph type="sldNum" sz="quarter" idx="12"/>
          </p:nvPr>
        </p:nvSpPr>
        <p:spPr>
          <a:xfrm>
            <a:off x="3238500" y="6390795"/>
            <a:ext cx="457200" cy="338328"/>
          </a:xfrm>
        </p:spPr>
        <p:txBody>
          <a:bodyPr/>
          <a:lstStyle/>
          <a:p>
            <a:fld id="{5E0677F5-4A8A-4BF1-96BE-3BAE8FBAFE2E}" type="slidenum">
              <a:rPr lang="en-US" smtClean="0"/>
              <a:pPr/>
              <a:t>‹#›</a:t>
            </a:fld>
            <a:endParaRPr lang="en-US" dirty="0"/>
          </a:p>
        </p:txBody>
      </p:sp>
      <p:sp>
        <p:nvSpPr>
          <p:cNvPr id="4" name="Picture Placeholder 3">
            <a:extLst>
              <a:ext uri="{FF2B5EF4-FFF2-40B4-BE49-F238E27FC236}">
                <a16:creationId xmlns:a16="http://schemas.microsoft.com/office/drawing/2014/main" id="{65B0EC94-28E6-D665-7491-10A308B0B426}"/>
              </a:ext>
            </a:extLst>
          </p:cNvPr>
          <p:cNvSpPr>
            <a:spLocks noGrp="1"/>
          </p:cNvSpPr>
          <p:nvPr>
            <p:ph type="pic" sz="quarter" idx="13" hasCustomPrompt="1"/>
          </p:nvPr>
        </p:nvSpPr>
        <p:spPr>
          <a:xfrm>
            <a:off x="3965783" y="265176"/>
            <a:ext cx="7959517" cy="6327648"/>
          </a:xfrm>
          <a:custGeom>
            <a:avLst/>
            <a:gdLst>
              <a:gd name="connsiteX0" fmla="*/ 267246 w 7391400"/>
              <a:gd name="connsiteY0" fmla="*/ 0 h 6172200"/>
              <a:gd name="connsiteX1" fmla="*/ 7124155 w 7391400"/>
              <a:gd name="connsiteY1" fmla="*/ 0 h 6172200"/>
              <a:gd name="connsiteX2" fmla="*/ 7391400 w 7391400"/>
              <a:gd name="connsiteY2" fmla="*/ 266886 h 6172200"/>
              <a:gd name="connsiteX3" fmla="*/ 7391400 w 7391400"/>
              <a:gd name="connsiteY3" fmla="*/ 5905314 h 6172200"/>
              <a:gd name="connsiteX4" fmla="*/ 7124155 w 7391400"/>
              <a:gd name="connsiteY4" fmla="*/ 6172200 h 6172200"/>
              <a:gd name="connsiteX5" fmla="*/ 267246 w 7391400"/>
              <a:gd name="connsiteY5" fmla="*/ 6172200 h 6172200"/>
              <a:gd name="connsiteX6" fmla="*/ 0 w 7391400"/>
              <a:gd name="connsiteY6" fmla="*/ 5905314 h 6172200"/>
              <a:gd name="connsiteX7" fmla="*/ 0 w 7391400"/>
              <a:gd name="connsiteY7" fmla="*/ 266886 h 6172200"/>
              <a:gd name="connsiteX8" fmla="*/ 267246 w 7391400"/>
              <a:gd name="connsiteY8" fmla="*/ 0 h 617220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Lst>
            <a:rect l="l" t="t" r="r" b="b"/>
            <a:pathLst>
              <a:path w="7391400" h="6172200">
                <a:moveTo>
                  <a:pt x="267246" y="0"/>
                </a:moveTo>
                <a:lnTo>
                  <a:pt x="7124155" y="0"/>
                </a:lnTo>
                <a:cubicBezTo>
                  <a:pt x="7271750" y="0"/>
                  <a:pt x="7391400" y="119489"/>
                  <a:pt x="7391400" y="266886"/>
                </a:cubicBezTo>
                <a:lnTo>
                  <a:pt x="7391400" y="5905314"/>
                </a:lnTo>
                <a:cubicBezTo>
                  <a:pt x="7391400" y="6052711"/>
                  <a:pt x="7271750" y="6172200"/>
                  <a:pt x="7124155" y="6172200"/>
                </a:cubicBezTo>
                <a:lnTo>
                  <a:pt x="267246" y="6172200"/>
                </a:lnTo>
                <a:cubicBezTo>
                  <a:pt x="119650" y="6172200"/>
                  <a:pt x="0" y="6052711"/>
                  <a:pt x="0" y="5905314"/>
                </a:cubicBezTo>
                <a:lnTo>
                  <a:pt x="0" y="266886"/>
                </a:lnTo>
                <a:cubicBezTo>
                  <a:pt x="0" y="119489"/>
                  <a:pt x="119650" y="0"/>
                  <a:pt x="267246" y="0"/>
                </a:cubicBezTo>
                <a:close/>
              </a:path>
            </a:pathLst>
          </a:custGeom>
          <a:blipFill dpi="0" rotWithShape="1">
            <a:blip r:embed="rId2">
              <a:alphaModFix amt="60000"/>
            </a:blip>
            <a:srcRect/>
            <a:stretch>
              <a:fillRect/>
            </a:stretch>
          </a:blipFill>
        </p:spPr>
        <p:txBody>
          <a:bodyPr wrap="square">
            <a:noAutofit/>
          </a:bodyPr>
          <a:lstStyle>
            <a:lvl1pPr marL="0" indent="0">
              <a:buNone/>
              <a:defRPr/>
            </a:lvl1pPr>
          </a:lstStyle>
          <a:p>
            <a:r>
              <a:rPr lang="en-US" dirty="0"/>
              <a:t> </a:t>
            </a:r>
          </a:p>
        </p:txBody>
      </p:sp>
    </p:spTree>
    <p:extLst>
      <p:ext uri="{BB962C8B-B14F-4D97-AF65-F5344CB8AC3E}">
        <p14:creationId xmlns:p14="http://schemas.microsoft.com/office/powerpoint/2010/main" val="714709773"/>
      </p:ext>
    </p:extLst>
  </p:cSld>
  <p:clrMapOvr>
    <a:masterClrMapping/>
  </p:clrMapOvr>
  <p:hf sldNum="0" hdr="0" ftr="0" dt="0"/>
</p:sldLayout>
</file>

<file path=ppt/slideLayouts/slideLayout18.xml><?xml version="1.0" encoding="utf-8"?>
<p:sldLayout xmlns:a="http://schemas.openxmlformats.org/drawingml/2006/main" xmlns:r="http://schemas.openxmlformats.org/officeDocument/2006/relationships" xmlns:p="http://schemas.openxmlformats.org/presentationml/2006/main" preserve="1">
  <p:cSld name="Content with Picture 8">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FAF3BB49-A328-F121-7F27-DEB7C3CC2B0F}"/>
              </a:ext>
            </a:extLst>
          </p:cNvPr>
          <p:cNvSpPr>
            <a:spLocks noGrp="1"/>
          </p:cNvSpPr>
          <p:nvPr>
            <p:ph type="title"/>
          </p:nvPr>
        </p:nvSpPr>
        <p:spPr>
          <a:xfrm>
            <a:off x="185878" y="216452"/>
            <a:ext cx="3381587" cy="2213524"/>
          </a:xfrm>
        </p:spPr>
        <p:txBody>
          <a:bodyPr anchor="t">
            <a:normAutofit/>
          </a:bodyPr>
          <a:lstStyle>
            <a:lvl1pPr>
              <a:defRPr sz="3000"/>
            </a:lvl1pPr>
          </a:lstStyle>
          <a:p>
            <a:r>
              <a:rPr lang="en-US"/>
              <a:t>Click to edit Master title style</a:t>
            </a:r>
            <a:endParaRPr lang="en-US" dirty="0"/>
          </a:p>
        </p:txBody>
      </p:sp>
      <p:sp>
        <p:nvSpPr>
          <p:cNvPr id="8" name="Content Placeholder 7">
            <a:extLst>
              <a:ext uri="{FF2B5EF4-FFF2-40B4-BE49-F238E27FC236}">
                <a16:creationId xmlns:a16="http://schemas.microsoft.com/office/drawing/2014/main" id="{C3D15418-1E32-0501-0E66-54FC2DD08E39}"/>
              </a:ext>
            </a:extLst>
          </p:cNvPr>
          <p:cNvSpPr>
            <a:spLocks noGrp="1"/>
          </p:cNvSpPr>
          <p:nvPr>
            <p:ph sz="quarter" idx="14"/>
          </p:nvPr>
        </p:nvSpPr>
        <p:spPr>
          <a:xfrm>
            <a:off x="3962400" y="177492"/>
            <a:ext cx="7962900" cy="2286000"/>
          </a:xfrm>
        </p:spPr>
        <p:txBody>
          <a:bodyPr>
            <a:normAutofit/>
          </a:bodyPr>
          <a:lstStyle>
            <a:lvl1pPr marL="285750" indent="-285750">
              <a:buFont typeface="Arial" panose="020B0604020202020204" pitchFamily="34" charset="0"/>
              <a:buChar char="•"/>
              <a:defRPr sz="1400"/>
            </a:lvl1pPr>
            <a:lvl2pPr marL="514350" indent="-285750">
              <a:buFont typeface="Arial" panose="020B0604020202020204" pitchFamily="34" charset="0"/>
              <a:buChar char="•"/>
              <a:defRPr sz="1400"/>
            </a:lvl2pPr>
            <a:lvl3pPr marL="742950" indent="-285750">
              <a:buFont typeface="Arial" panose="020B0604020202020204" pitchFamily="34" charset="0"/>
              <a:buChar char="•"/>
              <a:defRPr sz="1400"/>
            </a:lvl3pPr>
            <a:lvl4pPr marL="857250" indent="-171450">
              <a:buFont typeface="Arial" panose="020B0604020202020204" pitchFamily="34" charset="0"/>
              <a:buChar char="•"/>
              <a:defRPr sz="1400"/>
            </a:lvl4pPr>
            <a:lvl5pPr marL="1085850" indent="-171450">
              <a:buFont typeface="Arial" panose="020B0604020202020204" pitchFamily="34" charset="0"/>
              <a:buChar char="•"/>
              <a:defRPr sz="1400"/>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6" name="Footer Placeholder 5">
            <a:extLst>
              <a:ext uri="{FF2B5EF4-FFF2-40B4-BE49-F238E27FC236}">
                <a16:creationId xmlns:a16="http://schemas.microsoft.com/office/drawing/2014/main" id="{C2BDD5A2-CE3E-3215-6DAA-F75C0D1229DA}"/>
              </a:ext>
            </a:extLst>
          </p:cNvPr>
          <p:cNvSpPr>
            <a:spLocks noGrp="1"/>
          </p:cNvSpPr>
          <p:nvPr>
            <p:ph type="ftr" sz="quarter" idx="11"/>
          </p:nvPr>
        </p:nvSpPr>
        <p:spPr>
          <a:xfrm>
            <a:off x="185878" y="2513464"/>
            <a:ext cx="2805405" cy="338328"/>
          </a:xfrm>
        </p:spPr>
        <p:txBody>
          <a:bodyPr/>
          <a:lstStyle/>
          <a:p>
            <a:r>
              <a:rPr lang="en-US"/>
              <a:t>Sample Footer Text</a:t>
            </a:r>
            <a:endParaRPr lang="en-US" dirty="0"/>
          </a:p>
        </p:txBody>
      </p:sp>
      <p:sp>
        <p:nvSpPr>
          <p:cNvPr id="5" name="Date Placeholder 4">
            <a:extLst>
              <a:ext uri="{FF2B5EF4-FFF2-40B4-BE49-F238E27FC236}">
                <a16:creationId xmlns:a16="http://schemas.microsoft.com/office/drawing/2014/main" id="{897D0B7E-1A60-DA52-6965-92412B1C2F9F}"/>
              </a:ext>
            </a:extLst>
          </p:cNvPr>
          <p:cNvSpPr>
            <a:spLocks noGrp="1"/>
          </p:cNvSpPr>
          <p:nvPr>
            <p:ph type="dt" sz="half" idx="10"/>
          </p:nvPr>
        </p:nvSpPr>
        <p:spPr>
          <a:xfrm>
            <a:off x="10230339" y="2516244"/>
            <a:ext cx="1284010" cy="338328"/>
          </a:xfrm>
        </p:spPr>
        <p:txBody>
          <a:bodyPr/>
          <a:lstStyle/>
          <a:p>
            <a:fld id="{7DA2CEDE-2AB4-4FB8-9551-E0AA4222B1A3}" type="datetime1">
              <a:rPr lang="en-US" smtClean="0"/>
              <a:pPr/>
              <a:t>9/2/2026</a:t>
            </a:fld>
            <a:endParaRPr lang="en-US" dirty="0"/>
          </a:p>
        </p:txBody>
      </p:sp>
      <p:sp>
        <p:nvSpPr>
          <p:cNvPr id="7" name="Slide Number Placeholder 6">
            <a:extLst>
              <a:ext uri="{FF2B5EF4-FFF2-40B4-BE49-F238E27FC236}">
                <a16:creationId xmlns:a16="http://schemas.microsoft.com/office/drawing/2014/main" id="{B1B822F1-284A-1786-FAF2-72129E2FE64D}"/>
              </a:ext>
            </a:extLst>
          </p:cNvPr>
          <p:cNvSpPr>
            <a:spLocks noGrp="1"/>
          </p:cNvSpPr>
          <p:nvPr>
            <p:ph type="sldNum" sz="quarter" idx="12"/>
          </p:nvPr>
        </p:nvSpPr>
        <p:spPr>
          <a:xfrm>
            <a:off x="11509585" y="2513464"/>
            <a:ext cx="449306" cy="338328"/>
          </a:xfrm>
        </p:spPr>
        <p:txBody>
          <a:bodyPr/>
          <a:lstStyle/>
          <a:p>
            <a:fld id="{5E0677F5-4A8A-4BF1-96BE-3BAE8FBAFE2E}" type="slidenum">
              <a:rPr lang="en-US" smtClean="0"/>
              <a:pPr/>
              <a:t>‹#›</a:t>
            </a:fld>
            <a:endParaRPr lang="en-US" dirty="0"/>
          </a:p>
        </p:txBody>
      </p:sp>
      <p:sp>
        <p:nvSpPr>
          <p:cNvPr id="10" name="Picture Placeholder 9">
            <a:extLst>
              <a:ext uri="{FF2B5EF4-FFF2-40B4-BE49-F238E27FC236}">
                <a16:creationId xmlns:a16="http://schemas.microsoft.com/office/drawing/2014/main" id="{EE56056E-3484-D9D0-95D5-818FF4C3C8D6}"/>
              </a:ext>
            </a:extLst>
          </p:cNvPr>
          <p:cNvSpPr>
            <a:spLocks noGrp="1"/>
          </p:cNvSpPr>
          <p:nvPr>
            <p:ph type="pic" sz="quarter" idx="13" hasCustomPrompt="1"/>
          </p:nvPr>
        </p:nvSpPr>
        <p:spPr>
          <a:xfrm>
            <a:off x="274220" y="2935280"/>
            <a:ext cx="11651080" cy="3656020"/>
          </a:xfrm>
          <a:custGeom>
            <a:avLst/>
            <a:gdLst>
              <a:gd name="connsiteX0" fmla="*/ 298989 w 11651080"/>
              <a:gd name="connsiteY0" fmla="*/ 0 h 3656020"/>
              <a:gd name="connsiteX1" fmla="*/ 11352091 w 11651080"/>
              <a:gd name="connsiteY1" fmla="*/ 0 h 3656020"/>
              <a:gd name="connsiteX2" fmla="*/ 11651080 w 11651080"/>
              <a:gd name="connsiteY2" fmla="*/ 298989 h 3656020"/>
              <a:gd name="connsiteX3" fmla="*/ 11651080 w 11651080"/>
              <a:gd name="connsiteY3" fmla="*/ 3357031 h 3656020"/>
              <a:gd name="connsiteX4" fmla="*/ 11352091 w 11651080"/>
              <a:gd name="connsiteY4" fmla="*/ 3656020 h 3656020"/>
              <a:gd name="connsiteX5" fmla="*/ 298989 w 11651080"/>
              <a:gd name="connsiteY5" fmla="*/ 3656020 h 3656020"/>
              <a:gd name="connsiteX6" fmla="*/ 0 w 11651080"/>
              <a:gd name="connsiteY6" fmla="*/ 3357031 h 3656020"/>
              <a:gd name="connsiteX7" fmla="*/ 0 w 11651080"/>
              <a:gd name="connsiteY7" fmla="*/ 298989 h 3656020"/>
              <a:gd name="connsiteX8" fmla="*/ 298989 w 11651080"/>
              <a:gd name="connsiteY8" fmla="*/ 0 h 365602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Lst>
            <a:rect l="l" t="t" r="r" b="b"/>
            <a:pathLst>
              <a:path w="11651080" h="3656020">
                <a:moveTo>
                  <a:pt x="298989" y="0"/>
                </a:moveTo>
                <a:lnTo>
                  <a:pt x="11352091" y="0"/>
                </a:lnTo>
                <a:cubicBezTo>
                  <a:pt x="11517218" y="0"/>
                  <a:pt x="11651080" y="133862"/>
                  <a:pt x="11651080" y="298989"/>
                </a:cubicBezTo>
                <a:lnTo>
                  <a:pt x="11651080" y="3357031"/>
                </a:lnTo>
                <a:cubicBezTo>
                  <a:pt x="11651080" y="3522158"/>
                  <a:pt x="11517218" y="3656020"/>
                  <a:pt x="11352091" y="3656020"/>
                </a:cubicBezTo>
                <a:lnTo>
                  <a:pt x="298989" y="3656020"/>
                </a:lnTo>
                <a:cubicBezTo>
                  <a:pt x="133862" y="3656020"/>
                  <a:pt x="0" y="3522158"/>
                  <a:pt x="0" y="3357031"/>
                </a:cubicBezTo>
                <a:lnTo>
                  <a:pt x="0" y="298989"/>
                </a:lnTo>
                <a:cubicBezTo>
                  <a:pt x="0" y="133862"/>
                  <a:pt x="133862" y="0"/>
                  <a:pt x="298989" y="0"/>
                </a:cubicBezTo>
                <a:close/>
              </a:path>
            </a:pathLst>
          </a:custGeom>
          <a:blipFill dpi="0" rotWithShape="1">
            <a:blip r:embed="rId2">
              <a:alphaModFix amt="60000"/>
            </a:blip>
            <a:srcRect/>
            <a:stretch>
              <a:fillRect/>
            </a:stretch>
          </a:blipFill>
        </p:spPr>
        <p:txBody>
          <a:bodyPr wrap="square">
            <a:noAutofit/>
          </a:bodyPr>
          <a:lstStyle>
            <a:lvl1pPr marL="0" indent="0">
              <a:buNone/>
              <a:defRPr/>
            </a:lvl1pPr>
          </a:lstStyle>
          <a:p>
            <a:r>
              <a:rPr lang="en-US" dirty="0"/>
              <a:t> </a:t>
            </a:r>
          </a:p>
        </p:txBody>
      </p:sp>
    </p:spTree>
    <p:extLst>
      <p:ext uri="{BB962C8B-B14F-4D97-AF65-F5344CB8AC3E}">
        <p14:creationId xmlns:p14="http://schemas.microsoft.com/office/powerpoint/2010/main" val="2719751404"/>
      </p:ext>
    </p:extLst>
  </p:cSld>
  <p:clrMapOvr>
    <a:masterClrMapping/>
  </p:clrMapOvr>
  <p:hf sldNum="0" hdr="0" ftr="0" dt="0"/>
</p:sldLayout>
</file>

<file path=ppt/slideLayouts/slideLayout19.xml><?xml version="1.0" encoding="utf-8"?>
<p:sldLayout xmlns:a="http://schemas.openxmlformats.org/drawingml/2006/main" xmlns:r="http://schemas.openxmlformats.org/officeDocument/2006/relationships" xmlns:p="http://schemas.openxmlformats.org/presentationml/2006/main" preserve="1">
  <p:cSld name="Content with Picture 9">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FAF3BB49-A328-F121-7F27-DEB7C3CC2B0F}"/>
              </a:ext>
            </a:extLst>
          </p:cNvPr>
          <p:cNvSpPr>
            <a:spLocks noGrp="1"/>
          </p:cNvSpPr>
          <p:nvPr>
            <p:ph type="title"/>
          </p:nvPr>
        </p:nvSpPr>
        <p:spPr>
          <a:xfrm>
            <a:off x="182880" y="219456"/>
            <a:ext cx="3172641" cy="3145019"/>
          </a:xfrm>
        </p:spPr>
        <p:txBody>
          <a:bodyPr anchor="t">
            <a:normAutofit/>
          </a:bodyPr>
          <a:lstStyle>
            <a:lvl1pPr>
              <a:defRPr sz="3000"/>
            </a:lvl1pPr>
          </a:lstStyle>
          <a:p>
            <a:r>
              <a:rPr lang="en-US"/>
              <a:t>Click to edit Master title style</a:t>
            </a:r>
            <a:endParaRPr lang="en-US" dirty="0"/>
          </a:p>
        </p:txBody>
      </p:sp>
      <p:sp>
        <p:nvSpPr>
          <p:cNvPr id="10" name="Picture Placeholder 9">
            <a:extLst>
              <a:ext uri="{FF2B5EF4-FFF2-40B4-BE49-F238E27FC236}">
                <a16:creationId xmlns:a16="http://schemas.microsoft.com/office/drawing/2014/main" id="{A95997E6-BE07-E83F-D207-0CADA004E02A}"/>
              </a:ext>
            </a:extLst>
          </p:cNvPr>
          <p:cNvSpPr>
            <a:spLocks noGrp="1"/>
          </p:cNvSpPr>
          <p:nvPr>
            <p:ph type="pic" sz="quarter" idx="15" hasCustomPrompt="1"/>
          </p:nvPr>
        </p:nvSpPr>
        <p:spPr>
          <a:xfrm>
            <a:off x="4000500" y="265332"/>
            <a:ext cx="7924800" cy="3095837"/>
          </a:xfrm>
          <a:custGeom>
            <a:avLst/>
            <a:gdLst>
              <a:gd name="connsiteX0" fmla="*/ 282309 w 8229600"/>
              <a:gd name="connsiteY0" fmla="*/ 0 h 3095837"/>
              <a:gd name="connsiteX1" fmla="*/ 7947291 w 8229600"/>
              <a:gd name="connsiteY1" fmla="*/ 0 h 3095837"/>
              <a:gd name="connsiteX2" fmla="*/ 8229600 w 8229600"/>
              <a:gd name="connsiteY2" fmla="*/ 282309 h 3095837"/>
              <a:gd name="connsiteX3" fmla="*/ 8229600 w 8229600"/>
              <a:gd name="connsiteY3" fmla="*/ 2813528 h 3095837"/>
              <a:gd name="connsiteX4" fmla="*/ 7947291 w 8229600"/>
              <a:gd name="connsiteY4" fmla="*/ 3095837 h 3095837"/>
              <a:gd name="connsiteX5" fmla="*/ 282309 w 8229600"/>
              <a:gd name="connsiteY5" fmla="*/ 3095837 h 3095837"/>
              <a:gd name="connsiteX6" fmla="*/ 0 w 8229600"/>
              <a:gd name="connsiteY6" fmla="*/ 2813528 h 3095837"/>
              <a:gd name="connsiteX7" fmla="*/ 0 w 8229600"/>
              <a:gd name="connsiteY7" fmla="*/ 282309 h 3095837"/>
              <a:gd name="connsiteX8" fmla="*/ 282309 w 8229600"/>
              <a:gd name="connsiteY8" fmla="*/ 0 h 3095837"/>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Lst>
            <a:rect l="l" t="t" r="r" b="b"/>
            <a:pathLst>
              <a:path w="8229600" h="3095837">
                <a:moveTo>
                  <a:pt x="282309" y="0"/>
                </a:moveTo>
                <a:lnTo>
                  <a:pt x="7947291" y="0"/>
                </a:lnTo>
                <a:cubicBezTo>
                  <a:pt x="8103206" y="0"/>
                  <a:pt x="8229600" y="126394"/>
                  <a:pt x="8229600" y="282309"/>
                </a:cubicBezTo>
                <a:lnTo>
                  <a:pt x="8229600" y="2813528"/>
                </a:lnTo>
                <a:cubicBezTo>
                  <a:pt x="8229600" y="2969443"/>
                  <a:pt x="8103206" y="3095837"/>
                  <a:pt x="7947291" y="3095837"/>
                </a:cubicBezTo>
                <a:lnTo>
                  <a:pt x="282309" y="3095837"/>
                </a:lnTo>
                <a:cubicBezTo>
                  <a:pt x="126394" y="3095837"/>
                  <a:pt x="0" y="2969443"/>
                  <a:pt x="0" y="2813528"/>
                </a:cubicBezTo>
                <a:lnTo>
                  <a:pt x="0" y="282309"/>
                </a:lnTo>
                <a:cubicBezTo>
                  <a:pt x="0" y="126394"/>
                  <a:pt x="126394" y="0"/>
                  <a:pt x="282309" y="0"/>
                </a:cubicBezTo>
                <a:close/>
              </a:path>
            </a:pathLst>
          </a:custGeom>
          <a:blipFill dpi="0" rotWithShape="1">
            <a:blip r:embed="rId2">
              <a:alphaModFix amt="60000"/>
            </a:blip>
            <a:srcRect/>
            <a:stretch>
              <a:fillRect/>
            </a:stretch>
          </a:blipFill>
        </p:spPr>
        <p:txBody>
          <a:bodyPr wrap="square">
            <a:noAutofit/>
          </a:bodyPr>
          <a:lstStyle>
            <a:lvl1pPr marL="0" indent="0">
              <a:buNone/>
              <a:defRPr/>
            </a:lvl1pPr>
          </a:lstStyle>
          <a:p>
            <a:r>
              <a:rPr lang="en-US" dirty="0"/>
              <a:t> </a:t>
            </a:r>
          </a:p>
        </p:txBody>
      </p:sp>
      <p:sp>
        <p:nvSpPr>
          <p:cNvPr id="8" name="Content Placeholder 7">
            <a:extLst>
              <a:ext uri="{FF2B5EF4-FFF2-40B4-BE49-F238E27FC236}">
                <a16:creationId xmlns:a16="http://schemas.microsoft.com/office/drawing/2014/main" id="{C3D15418-1E32-0501-0E66-54FC2DD08E39}"/>
              </a:ext>
            </a:extLst>
          </p:cNvPr>
          <p:cNvSpPr>
            <a:spLocks noGrp="1"/>
          </p:cNvSpPr>
          <p:nvPr>
            <p:ph sz="quarter" idx="14"/>
          </p:nvPr>
        </p:nvSpPr>
        <p:spPr>
          <a:xfrm>
            <a:off x="3914565" y="3543597"/>
            <a:ext cx="8010734" cy="2843531"/>
          </a:xfrm>
        </p:spPr>
        <p:txBody>
          <a:bodyPr vert="horz" lIns="91440" tIns="45720" rIns="91440" bIns="45720" rtlCol="0">
            <a:normAutofit/>
          </a:bodyPr>
          <a:lstStyle>
            <a:lvl1pPr>
              <a:defRPr lang="en-US" dirty="0"/>
            </a:lvl1pPr>
            <a:lvl2pPr>
              <a:defRPr lang="en-US" dirty="0"/>
            </a:lvl2pPr>
            <a:lvl3pPr>
              <a:defRPr lang="en-US" dirty="0"/>
            </a:lvl3pPr>
            <a:lvl4pPr>
              <a:defRPr lang="en-US" dirty="0"/>
            </a:lvl4pPr>
            <a:lvl5pPr>
              <a:defRPr lang="en-US" dirty="0"/>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6" name="Footer Placeholder 5">
            <a:extLst>
              <a:ext uri="{FF2B5EF4-FFF2-40B4-BE49-F238E27FC236}">
                <a16:creationId xmlns:a16="http://schemas.microsoft.com/office/drawing/2014/main" id="{C2BDD5A2-CE3E-3215-6DAA-F75C0D1229DA}"/>
              </a:ext>
            </a:extLst>
          </p:cNvPr>
          <p:cNvSpPr>
            <a:spLocks noGrp="1"/>
          </p:cNvSpPr>
          <p:nvPr>
            <p:ph type="ftr" sz="quarter" idx="11"/>
          </p:nvPr>
        </p:nvSpPr>
        <p:spPr/>
        <p:txBody>
          <a:bodyPr/>
          <a:lstStyle/>
          <a:p>
            <a:r>
              <a:rPr lang="en-US"/>
              <a:t>Sample Footer Text</a:t>
            </a:r>
            <a:endParaRPr lang="en-US" dirty="0"/>
          </a:p>
        </p:txBody>
      </p:sp>
      <p:sp>
        <p:nvSpPr>
          <p:cNvPr id="5" name="Date Placeholder 4">
            <a:extLst>
              <a:ext uri="{FF2B5EF4-FFF2-40B4-BE49-F238E27FC236}">
                <a16:creationId xmlns:a16="http://schemas.microsoft.com/office/drawing/2014/main" id="{897D0B7E-1A60-DA52-6965-92412B1C2F9F}"/>
              </a:ext>
            </a:extLst>
          </p:cNvPr>
          <p:cNvSpPr>
            <a:spLocks noGrp="1"/>
          </p:cNvSpPr>
          <p:nvPr>
            <p:ph type="dt" sz="half" idx="10"/>
          </p:nvPr>
        </p:nvSpPr>
        <p:spPr/>
        <p:txBody>
          <a:bodyPr/>
          <a:lstStyle/>
          <a:p>
            <a:fld id="{7DA2CEDE-2AB4-4FB8-9551-E0AA4222B1A3}" type="datetime1">
              <a:rPr lang="en-US" smtClean="0"/>
              <a:pPr/>
              <a:t>9/2/2026</a:t>
            </a:fld>
            <a:endParaRPr lang="en-US" dirty="0"/>
          </a:p>
        </p:txBody>
      </p:sp>
      <p:sp>
        <p:nvSpPr>
          <p:cNvPr id="7" name="Slide Number Placeholder 6">
            <a:extLst>
              <a:ext uri="{FF2B5EF4-FFF2-40B4-BE49-F238E27FC236}">
                <a16:creationId xmlns:a16="http://schemas.microsoft.com/office/drawing/2014/main" id="{B1B822F1-284A-1786-FAF2-72129E2FE64D}"/>
              </a:ext>
            </a:extLst>
          </p:cNvPr>
          <p:cNvSpPr>
            <a:spLocks noGrp="1"/>
          </p:cNvSpPr>
          <p:nvPr>
            <p:ph type="sldNum" sz="quarter" idx="12"/>
          </p:nvPr>
        </p:nvSpPr>
        <p:spPr/>
        <p:txBody>
          <a:bodyPr/>
          <a:lstStyle/>
          <a:p>
            <a:fld id="{5E0677F5-4A8A-4BF1-96BE-3BAE8FBAFE2E}" type="slidenum">
              <a:rPr lang="en-US" smtClean="0"/>
              <a:pPr/>
              <a:t>‹#›</a:t>
            </a:fld>
            <a:endParaRPr lang="en-US" dirty="0"/>
          </a:p>
        </p:txBody>
      </p:sp>
    </p:spTree>
    <p:extLst>
      <p:ext uri="{BB962C8B-B14F-4D97-AF65-F5344CB8AC3E}">
        <p14:creationId xmlns:p14="http://schemas.microsoft.com/office/powerpoint/2010/main" val="737371970"/>
      </p:ext>
    </p:extLst>
  </p:cSld>
  <p:clrMapOvr>
    <a:masterClrMapping/>
  </p:clrMapOvr>
  <p:hf sldNum="0" hdr="0" ftr="0" dt="0"/>
</p:sldLayout>
</file>

<file path=ppt/slideLayouts/slideLayout20.xml><?xml version="1.0" encoding="utf-8"?>
<p:sldLayout xmlns:a="http://schemas.openxmlformats.org/drawingml/2006/main" xmlns:r="http://schemas.openxmlformats.org/officeDocument/2006/relationships" xmlns:p="http://schemas.openxmlformats.org/presentationml/2006/main" preserve="1">
  <p:cSld name="Number Large">
    <p:spTree>
      <p:nvGrpSpPr>
        <p:cNvPr id="1" name=""/>
        <p:cNvGrpSpPr/>
        <p:nvPr/>
      </p:nvGrpSpPr>
      <p:grpSpPr>
        <a:xfrm>
          <a:off x="0" y="0"/>
          <a:ext cx="0" cy="0"/>
          <a:chOff x="0" y="0"/>
          <a:chExt cx="0" cy="0"/>
        </a:xfrm>
      </p:grpSpPr>
      <p:sp>
        <p:nvSpPr>
          <p:cNvPr id="6" name="Rectangle: Rounded Corners 5">
            <a:extLst>
              <a:ext uri="{FF2B5EF4-FFF2-40B4-BE49-F238E27FC236}">
                <a16:creationId xmlns:a16="http://schemas.microsoft.com/office/drawing/2014/main" id="{0E5778B4-3E3F-C3EF-5322-2ECFF646D003}"/>
              </a:ext>
              <a:ext uri="{C183D7F6-B498-43B3-948B-1728B52AA6E4}">
                <adec:decorative xmlns:adec="http://schemas.microsoft.com/office/drawing/2017/decorative" val="1"/>
              </a:ext>
            </a:extLst>
          </p:cNvPr>
          <p:cNvSpPr/>
          <p:nvPr/>
        </p:nvSpPr>
        <p:spPr>
          <a:xfrm>
            <a:off x="1231821" y="760151"/>
            <a:ext cx="9728359" cy="4233673"/>
          </a:xfrm>
          <a:prstGeom prst="roundRect">
            <a:avLst>
              <a:gd name="adj" fmla="val 7502"/>
            </a:avLst>
          </a:prstGeom>
          <a:solidFill>
            <a:schemeClr val="bg2"/>
          </a:solidFill>
          <a:ln w="25400">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srgbClr val="F0EDE6"/>
              </a:solidFill>
              <a:effectLst/>
              <a:uLnTx/>
              <a:uFillTx/>
              <a:latin typeface="Neue Haas Grotesk Text Pro"/>
              <a:ea typeface="+mn-ea"/>
              <a:cs typeface="+mn-cs"/>
            </a:endParaRPr>
          </a:p>
        </p:txBody>
      </p:sp>
      <p:sp>
        <p:nvSpPr>
          <p:cNvPr id="2" name="Title 1">
            <a:extLst>
              <a:ext uri="{FF2B5EF4-FFF2-40B4-BE49-F238E27FC236}">
                <a16:creationId xmlns:a16="http://schemas.microsoft.com/office/drawing/2014/main" id="{B32242A1-A384-8CB1-904B-45EEDF23C323}"/>
              </a:ext>
            </a:extLst>
          </p:cNvPr>
          <p:cNvSpPr>
            <a:spLocks noGrp="1"/>
          </p:cNvSpPr>
          <p:nvPr>
            <p:ph type="title"/>
          </p:nvPr>
        </p:nvSpPr>
        <p:spPr>
          <a:xfrm>
            <a:off x="1446276" y="5255159"/>
            <a:ext cx="9299448" cy="1025326"/>
          </a:xfrm>
        </p:spPr>
        <p:txBody>
          <a:bodyPr anchor="ctr">
            <a:normAutofit/>
          </a:bodyPr>
          <a:lstStyle>
            <a:lvl1pPr algn="ctr">
              <a:lnSpc>
                <a:spcPct val="90000"/>
              </a:lnSpc>
              <a:defRPr sz="2400" spc="-50" baseline="0">
                <a:solidFill>
                  <a:schemeClr val="tx1"/>
                </a:solidFill>
              </a:defRPr>
            </a:lvl1pPr>
          </a:lstStyle>
          <a:p>
            <a:r>
              <a:rPr lang="en-US"/>
              <a:t>Click to edit Master title style</a:t>
            </a:r>
            <a:endParaRPr lang="en-US" dirty="0"/>
          </a:p>
        </p:txBody>
      </p:sp>
      <p:sp>
        <p:nvSpPr>
          <p:cNvPr id="7" name="Content Placeholder 6">
            <a:extLst>
              <a:ext uri="{FF2B5EF4-FFF2-40B4-BE49-F238E27FC236}">
                <a16:creationId xmlns:a16="http://schemas.microsoft.com/office/drawing/2014/main" id="{76F59BDE-94E7-56D6-3D7F-6145311BA2D8}"/>
              </a:ext>
            </a:extLst>
          </p:cNvPr>
          <p:cNvSpPr>
            <a:spLocks noGrp="1"/>
          </p:cNvSpPr>
          <p:nvPr>
            <p:ph sz="quarter" idx="13" hasCustomPrompt="1"/>
          </p:nvPr>
        </p:nvSpPr>
        <p:spPr>
          <a:xfrm>
            <a:off x="1446276" y="1293091"/>
            <a:ext cx="9299448" cy="3943921"/>
          </a:xfrm>
        </p:spPr>
        <p:txBody>
          <a:bodyPr anchor="ctr">
            <a:normAutofit/>
          </a:bodyPr>
          <a:lstStyle>
            <a:lvl1pPr marL="0" indent="0" algn="ctr">
              <a:lnSpc>
                <a:spcPct val="80000"/>
              </a:lnSpc>
              <a:buNone/>
              <a:defRPr sz="26000" spc="-100" baseline="0">
                <a:solidFill>
                  <a:schemeClr val="tx1"/>
                </a:solidFill>
              </a:defRPr>
            </a:lvl1pPr>
          </a:lstStyle>
          <a:p>
            <a:pPr lvl="0"/>
            <a:r>
              <a:rPr lang="en-US" dirty="0"/>
              <a:t>XX%</a:t>
            </a:r>
          </a:p>
        </p:txBody>
      </p:sp>
      <p:sp>
        <p:nvSpPr>
          <p:cNvPr id="4" name="Footer Placeholder 3">
            <a:extLst>
              <a:ext uri="{FF2B5EF4-FFF2-40B4-BE49-F238E27FC236}">
                <a16:creationId xmlns:a16="http://schemas.microsoft.com/office/drawing/2014/main" id="{6D6D72DC-8ED1-FAB8-CD4C-7BDCAEA2C329}"/>
              </a:ext>
            </a:extLst>
          </p:cNvPr>
          <p:cNvSpPr>
            <a:spLocks noGrp="1"/>
          </p:cNvSpPr>
          <p:nvPr>
            <p:ph type="ftr" sz="quarter" idx="11"/>
          </p:nvPr>
        </p:nvSpPr>
        <p:spPr/>
        <p:txBody>
          <a:bodyPr/>
          <a:lstStyle/>
          <a:p>
            <a:r>
              <a:rPr lang="en-US"/>
              <a:t>Sample Footer Text</a:t>
            </a:r>
            <a:endParaRPr lang="en-US" dirty="0"/>
          </a:p>
        </p:txBody>
      </p:sp>
      <p:sp>
        <p:nvSpPr>
          <p:cNvPr id="3" name="Date Placeholder 2">
            <a:extLst>
              <a:ext uri="{FF2B5EF4-FFF2-40B4-BE49-F238E27FC236}">
                <a16:creationId xmlns:a16="http://schemas.microsoft.com/office/drawing/2014/main" id="{14C6FDB9-A3B3-A4DB-D081-D27ECC7043C1}"/>
              </a:ext>
            </a:extLst>
          </p:cNvPr>
          <p:cNvSpPr>
            <a:spLocks noGrp="1"/>
          </p:cNvSpPr>
          <p:nvPr>
            <p:ph type="dt" sz="half" idx="10"/>
          </p:nvPr>
        </p:nvSpPr>
        <p:spPr/>
        <p:txBody>
          <a:bodyPr/>
          <a:lstStyle/>
          <a:p>
            <a:fld id="{7DA2CEDE-2AB4-4FB8-9551-E0AA4222B1A3}" type="datetime1">
              <a:rPr lang="en-US" smtClean="0"/>
              <a:pPr/>
              <a:t>9/2/2026</a:t>
            </a:fld>
            <a:endParaRPr lang="en-US" dirty="0"/>
          </a:p>
        </p:txBody>
      </p:sp>
      <p:sp>
        <p:nvSpPr>
          <p:cNvPr id="5" name="Slide Number Placeholder 4">
            <a:extLst>
              <a:ext uri="{FF2B5EF4-FFF2-40B4-BE49-F238E27FC236}">
                <a16:creationId xmlns:a16="http://schemas.microsoft.com/office/drawing/2014/main" id="{CFBFCFB0-1D5D-C25F-A74C-5CFB9C1950CF}"/>
              </a:ext>
            </a:extLst>
          </p:cNvPr>
          <p:cNvSpPr>
            <a:spLocks noGrp="1"/>
          </p:cNvSpPr>
          <p:nvPr>
            <p:ph type="sldNum" sz="quarter" idx="12"/>
          </p:nvPr>
        </p:nvSpPr>
        <p:spPr/>
        <p:txBody>
          <a:bodyPr/>
          <a:lstStyle/>
          <a:p>
            <a:fld id="{5E0677F5-4A8A-4BF1-96BE-3BAE8FBAFE2E}" type="slidenum">
              <a:rPr lang="en-US" smtClean="0"/>
              <a:pPr/>
              <a:t>‹#›</a:t>
            </a:fld>
            <a:endParaRPr lang="en-US" dirty="0"/>
          </a:p>
        </p:txBody>
      </p:sp>
    </p:spTree>
    <p:extLst>
      <p:ext uri="{BB962C8B-B14F-4D97-AF65-F5344CB8AC3E}">
        <p14:creationId xmlns:p14="http://schemas.microsoft.com/office/powerpoint/2010/main" val="4018495561"/>
      </p:ext>
    </p:extLst>
  </p:cSld>
  <p:clrMapOvr>
    <a:masterClrMapping/>
  </p:clrMapOvr>
  <p:hf sldNum="0" hdr="0" ftr="0" dt="0"/>
</p:sldLayout>
</file>

<file path=ppt/slideLayouts/slideLayout21.xml><?xml version="1.0" encoding="utf-8"?>
<p:sldLayout xmlns:a="http://schemas.openxmlformats.org/drawingml/2006/main" xmlns:r="http://schemas.openxmlformats.org/officeDocument/2006/relationships" xmlns:p="http://schemas.openxmlformats.org/presentationml/2006/main">
  <p:cSld name="Statemen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A7221EB5-8556-FBD7-00D5-D69AC8E7E73A}"/>
              </a:ext>
            </a:extLst>
          </p:cNvPr>
          <p:cNvSpPr>
            <a:spLocks noGrp="1"/>
          </p:cNvSpPr>
          <p:nvPr>
            <p:ph type="title"/>
          </p:nvPr>
        </p:nvSpPr>
        <p:spPr>
          <a:xfrm>
            <a:off x="612648" y="-1133856"/>
            <a:ext cx="10652760" cy="914400"/>
          </a:xfrm>
        </p:spPr>
        <p:txBody>
          <a:bodyPr/>
          <a:lstStyle/>
          <a:p>
            <a:r>
              <a:rPr lang="en-US"/>
              <a:t>Click to edit Master title style</a:t>
            </a:r>
            <a:endParaRPr lang="en-US" dirty="0"/>
          </a:p>
        </p:txBody>
      </p:sp>
      <p:sp>
        <p:nvSpPr>
          <p:cNvPr id="7" name="Content Placeholder 6">
            <a:extLst>
              <a:ext uri="{FF2B5EF4-FFF2-40B4-BE49-F238E27FC236}">
                <a16:creationId xmlns:a16="http://schemas.microsoft.com/office/drawing/2014/main" id="{3E4E45FF-53F3-89B1-B969-C440DC819EF4}"/>
              </a:ext>
            </a:extLst>
          </p:cNvPr>
          <p:cNvSpPr>
            <a:spLocks noGrp="1"/>
          </p:cNvSpPr>
          <p:nvPr>
            <p:ph sz="quarter" idx="13" hasCustomPrompt="1"/>
          </p:nvPr>
        </p:nvSpPr>
        <p:spPr>
          <a:xfrm>
            <a:off x="182880" y="173736"/>
            <a:ext cx="10475499" cy="4850651"/>
          </a:xfrm>
        </p:spPr>
        <p:txBody>
          <a:bodyPr anchor="t">
            <a:noAutofit/>
          </a:bodyPr>
          <a:lstStyle>
            <a:lvl1pPr marL="0" indent="0">
              <a:lnSpc>
                <a:spcPct val="90000"/>
              </a:lnSpc>
              <a:buNone/>
              <a:defRPr sz="7600" b="0" cap="none" spc="-50" baseline="0"/>
            </a:lvl1pPr>
            <a:lvl2pPr marL="228600" indent="0">
              <a:lnSpc>
                <a:spcPct val="90000"/>
              </a:lnSpc>
              <a:buNone/>
              <a:defRPr sz="6600" b="0" cap="none" spc="-50" baseline="0"/>
            </a:lvl2pPr>
            <a:lvl3pPr marL="457200" indent="0">
              <a:lnSpc>
                <a:spcPct val="90000"/>
              </a:lnSpc>
              <a:buNone/>
              <a:defRPr sz="6000" b="0" cap="none" spc="-50" baseline="0"/>
            </a:lvl3pPr>
            <a:lvl4pPr marL="685800" indent="0">
              <a:lnSpc>
                <a:spcPct val="90000"/>
              </a:lnSpc>
              <a:buNone/>
              <a:defRPr sz="5400" b="0" cap="none" spc="-50" baseline="0"/>
            </a:lvl4pPr>
            <a:lvl5pPr marL="914400" indent="0">
              <a:lnSpc>
                <a:spcPct val="90000"/>
              </a:lnSpc>
              <a:buNone/>
              <a:defRPr sz="4800" b="0" cap="none" spc="-50" baseline="0"/>
            </a:lvl5pPr>
          </a:lstStyle>
          <a:p>
            <a:pPr lvl="0"/>
            <a:r>
              <a:rPr lang="en-US" dirty="0"/>
              <a:t>Click to edit Statement</a:t>
            </a:r>
          </a:p>
          <a:p>
            <a:pPr lvl="1"/>
            <a:r>
              <a:rPr lang="en-US" dirty="0"/>
              <a:t>Second level</a:t>
            </a:r>
          </a:p>
          <a:p>
            <a:pPr lvl="2"/>
            <a:r>
              <a:rPr lang="en-US" dirty="0"/>
              <a:t>Third level</a:t>
            </a:r>
          </a:p>
          <a:p>
            <a:pPr lvl="3"/>
            <a:r>
              <a:rPr lang="en-US" dirty="0"/>
              <a:t>Fourth level</a:t>
            </a:r>
          </a:p>
          <a:p>
            <a:pPr lvl="4"/>
            <a:r>
              <a:rPr lang="en-US" dirty="0"/>
              <a:t>Fifth level</a:t>
            </a:r>
          </a:p>
        </p:txBody>
      </p:sp>
      <p:sp>
        <p:nvSpPr>
          <p:cNvPr id="4" name="Footer Placeholder 3">
            <a:extLst>
              <a:ext uri="{FF2B5EF4-FFF2-40B4-BE49-F238E27FC236}">
                <a16:creationId xmlns:a16="http://schemas.microsoft.com/office/drawing/2014/main" id="{3D56E87B-2252-4382-E6E7-15A81BCC8029}"/>
              </a:ext>
            </a:extLst>
          </p:cNvPr>
          <p:cNvSpPr>
            <a:spLocks noGrp="1"/>
          </p:cNvSpPr>
          <p:nvPr>
            <p:ph type="ftr" sz="quarter" idx="11"/>
          </p:nvPr>
        </p:nvSpPr>
        <p:spPr/>
        <p:txBody>
          <a:bodyPr/>
          <a:lstStyle/>
          <a:p>
            <a:r>
              <a:rPr lang="en-US"/>
              <a:t>Sample Footer Text</a:t>
            </a:r>
            <a:endParaRPr lang="en-US" dirty="0"/>
          </a:p>
        </p:txBody>
      </p:sp>
      <p:sp>
        <p:nvSpPr>
          <p:cNvPr id="3" name="Date Placeholder 2">
            <a:extLst>
              <a:ext uri="{FF2B5EF4-FFF2-40B4-BE49-F238E27FC236}">
                <a16:creationId xmlns:a16="http://schemas.microsoft.com/office/drawing/2014/main" id="{67F688C7-1128-9027-65E4-A17BBE7DDDF0}"/>
              </a:ext>
            </a:extLst>
          </p:cNvPr>
          <p:cNvSpPr>
            <a:spLocks noGrp="1"/>
          </p:cNvSpPr>
          <p:nvPr>
            <p:ph type="dt" sz="half" idx="10"/>
          </p:nvPr>
        </p:nvSpPr>
        <p:spPr/>
        <p:txBody>
          <a:bodyPr/>
          <a:lstStyle/>
          <a:p>
            <a:fld id="{7DA2CEDE-2AB4-4FB8-9551-E0AA4222B1A3}" type="datetime1">
              <a:rPr lang="en-US" smtClean="0"/>
              <a:pPr/>
              <a:t>9/2/2026</a:t>
            </a:fld>
            <a:endParaRPr lang="en-US" dirty="0"/>
          </a:p>
        </p:txBody>
      </p:sp>
      <p:sp>
        <p:nvSpPr>
          <p:cNvPr id="5" name="Slide Number Placeholder 4">
            <a:extLst>
              <a:ext uri="{FF2B5EF4-FFF2-40B4-BE49-F238E27FC236}">
                <a16:creationId xmlns:a16="http://schemas.microsoft.com/office/drawing/2014/main" id="{8C1C6A68-1AC4-7B10-CD66-D67327434E62}"/>
              </a:ext>
            </a:extLst>
          </p:cNvPr>
          <p:cNvSpPr>
            <a:spLocks noGrp="1"/>
          </p:cNvSpPr>
          <p:nvPr>
            <p:ph type="sldNum" sz="quarter" idx="12"/>
          </p:nvPr>
        </p:nvSpPr>
        <p:spPr/>
        <p:txBody>
          <a:bodyPr/>
          <a:lstStyle/>
          <a:p>
            <a:fld id="{5E0677F5-4A8A-4BF1-96BE-3BAE8FBAFE2E}" type="slidenum">
              <a:rPr lang="en-US" smtClean="0"/>
              <a:pPr/>
              <a:t>‹#›</a:t>
            </a:fld>
            <a:endParaRPr lang="en-US" dirty="0"/>
          </a:p>
        </p:txBody>
      </p:sp>
    </p:spTree>
    <p:extLst>
      <p:ext uri="{BB962C8B-B14F-4D97-AF65-F5344CB8AC3E}">
        <p14:creationId xmlns:p14="http://schemas.microsoft.com/office/powerpoint/2010/main" val="2082058505"/>
      </p:ext>
    </p:extLst>
  </p:cSld>
  <p:clrMapOvr>
    <a:masterClrMapping/>
  </p:clrMapOvr>
  <p:hf sldNum="0" hdr="0" ftr="0" dt="0"/>
</p:sldLayout>
</file>

<file path=ppt/slideLayouts/slideLayout22.xml><?xml version="1.0" encoding="utf-8"?>
<p:sldLayout xmlns:a="http://schemas.openxmlformats.org/drawingml/2006/main" xmlns:r="http://schemas.openxmlformats.org/officeDocument/2006/relationships" xmlns:p="http://schemas.openxmlformats.org/presentationml/2006/main" preserve="1">
  <p:cSld name="Quote">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0131542D-3EA5-35E3-406E-8496EA7D4045}"/>
              </a:ext>
            </a:extLst>
          </p:cNvPr>
          <p:cNvSpPr>
            <a:spLocks noGrp="1"/>
          </p:cNvSpPr>
          <p:nvPr>
            <p:ph type="title" hasCustomPrompt="1"/>
          </p:nvPr>
        </p:nvSpPr>
        <p:spPr>
          <a:xfrm>
            <a:off x="1388784" y="5029200"/>
            <a:ext cx="9198864" cy="713232"/>
          </a:xfrm>
        </p:spPr>
        <p:txBody>
          <a:bodyPr anchor="t">
            <a:normAutofit/>
          </a:bodyPr>
          <a:lstStyle>
            <a:lvl1pPr>
              <a:lnSpc>
                <a:spcPct val="90000"/>
              </a:lnSpc>
              <a:defRPr sz="2000" b="1" spc="-50" baseline="0">
                <a:solidFill>
                  <a:schemeClr val="accent1"/>
                </a:solidFill>
              </a:defRPr>
            </a:lvl1pPr>
          </a:lstStyle>
          <a:p>
            <a:r>
              <a:rPr lang="en-US" dirty="0"/>
              <a:t>Quote Author</a:t>
            </a:r>
          </a:p>
        </p:txBody>
      </p:sp>
      <p:sp>
        <p:nvSpPr>
          <p:cNvPr id="7" name="Content Placeholder 6">
            <a:extLst>
              <a:ext uri="{FF2B5EF4-FFF2-40B4-BE49-F238E27FC236}">
                <a16:creationId xmlns:a16="http://schemas.microsoft.com/office/drawing/2014/main" id="{1BBD3F2A-2B85-D7B7-24A2-D01A281CD792}"/>
              </a:ext>
            </a:extLst>
          </p:cNvPr>
          <p:cNvSpPr>
            <a:spLocks noGrp="1"/>
          </p:cNvSpPr>
          <p:nvPr>
            <p:ph sz="quarter" idx="13" hasCustomPrompt="1"/>
          </p:nvPr>
        </p:nvSpPr>
        <p:spPr>
          <a:xfrm>
            <a:off x="1388784" y="1115568"/>
            <a:ext cx="9198864" cy="3584448"/>
          </a:xfrm>
        </p:spPr>
        <p:txBody>
          <a:bodyPr anchor="ctr">
            <a:normAutofit/>
          </a:bodyPr>
          <a:lstStyle>
            <a:lvl1pPr marL="137160" indent="-137160">
              <a:lnSpc>
                <a:spcPct val="90000"/>
              </a:lnSpc>
              <a:spcBef>
                <a:spcPts val="0"/>
              </a:spcBef>
              <a:buFont typeface="Arial" panose="020B0604020202020204" pitchFamily="34" charset="0"/>
              <a:buNone/>
              <a:defRPr sz="5000" spc="-50" baseline="0"/>
            </a:lvl1pPr>
          </a:lstStyle>
          <a:p>
            <a:pPr lvl="0"/>
            <a:r>
              <a:rPr lang="en-US" dirty="0"/>
              <a:t>Click to edit Quote</a:t>
            </a:r>
          </a:p>
        </p:txBody>
      </p:sp>
      <p:sp>
        <p:nvSpPr>
          <p:cNvPr id="4" name="Footer Placeholder 3">
            <a:extLst>
              <a:ext uri="{FF2B5EF4-FFF2-40B4-BE49-F238E27FC236}">
                <a16:creationId xmlns:a16="http://schemas.microsoft.com/office/drawing/2014/main" id="{A4AFB98B-06E5-997A-53DA-CC0E6A618ED8}"/>
              </a:ext>
            </a:extLst>
          </p:cNvPr>
          <p:cNvSpPr>
            <a:spLocks noGrp="1"/>
          </p:cNvSpPr>
          <p:nvPr>
            <p:ph type="ftr" sz="quarter" idx="11"/>
          </p:nvPr>
        </p:nvSpPr>
        <p:spPr/>
        <p:txBody>
          <a:bodyPr/>
          <a:lstStyle/>
          <a:p>
            <a:r>
              <a:rPr lang="en-US"/>
              <a:t>Sample Footer Text</a:t>
            </a:r>
          </a:p>
        </p:txBody>
      </p:sp>
      <p:sp>
        <p:nvSpPr>
          <p:cNvPr id="3" name="Date Placeholder 2">
            <a:extLst>
              <a:ext uri="{FF2B5EF4-FFF2-40B4-BE49-F238E27FC236}">
                <a16:creationId xmlns:a16="http://schemas.microsoft.com/office/drawing/2014/main" id="{5E4CA6F2-8C52-8488-999E-FEF7877BAFC3}"/>
              </a:ext>
            </a:extLst>
          </p:cNvPr>
          <p:cNvSpPr>
            <a:spLocks noGrp="1"/>
          </p:cNvSpPr>
          <p:nvPr>
            <p:ph type="dt" sz="half" idx="10"/>
          </p:nvPr>
        </p:nvSpPr>
        <p:spPr/>
        <p:txBody>
          <a:bodyPr/>
          <a:lstStyle/>
          <a:p>
            <a:fld id="{80BDAA3E-BE52-42BC-99E8-CCCB81A57ABD}" type="datetime1">
              <a:rPr lang="en-US" smtClean="0"/>
              <a:t>9/2/2026</a:t>
            </a:fld>
            <a:endParaRPr lang="en-US"/>
          </a:p>
        </p:txBody>
      </p:sp>
      <p:sp>
        <p:nvSpPr>
          <p:cNvPr id="5" name="Slide Number Placeholder 4">
            <a:extLst>
              <a:ext uri="{FF2B5EF4-FFF2-40B4-BE49-F238E27FC236}">
                <a16:creationId xmlns:a16="http://schemas.microsoft.com/office/drawing/2014/main" id="{1159DD64-9865-92B3-BED2-F770E9763D7C}"/>
              </a:ext>
            </a:extLst>
          </p:cNvPr>
          <p:cNvSpPr>
            <a:spLocks noGrp="1"/>
          </p:cNvSpPr>
          <p:nvPr>
            <p:ph type="sldNum" sz="quarter" idx="12"/>
          </p:nvPr>
        </p:nvSpPr>
        <p:spPr/>
        <p:txBody>
          <a:bodyPr/>
          <a:lstStyle/>
          <a:p>
            <a:fld id="{5E0677F5-4A8A-4BF1-96BE-3BAE8FBAFE2E}" type="slidenum">
              <a:rPr lang="en-US" smtClean="0"/>
              <a:pPr/>
              <a:t>‹#›</a:t>
            </a:fld>
            <a:endParaRPr lang="en-US"/>
          </a:p>
        </p:txBody>
      </p:sp>
    </p:spTree>
    <p:extLst>
      <p:ext uri="{BB962C8B-B14F-4D97-AF65-F5344CB8AC3E}">
        <p14:creationId xmlns:p14="http://schemas.microsoft.com/office/powerpoint/2010/main" val="4058458203"/>
      </p:ext>
    </p:extLst>
  </p:cSld>
  <p:clrMapOvr>
    <a:masterClrMapping/>
  </p:clrMapOvr>
  <p:hf sldNum="0" hdr="0" ftr="0" dt="0"/>
</p:sldLayout>
</file>

<file path=ppt/slideLayouts/slideLayout23.xml><?xml version="1.0" encoding="utf-8"?>
<p:sldLayout xmlns:a="http://schemas.openxmlformats.org/drawingml/2006/main" xmlns:r="http://schemas.openxmlformats.org/officeDocument/2006/relationships" xmlns:p="http://schemas.openxmlformats.org/presentationml/2006/main" preserve="1">
  <p:cSld name="Two Conten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FAF3BB49-A328-F121-7F27-DEB7C3CC2B0F}"/>
              </a:ext>
            </a:extLst>
          </p:cNvPr>
          <p:cNvSpPr>
            <a:spLocks noGrp="1"/>
          </p:cNvSpPr>
          <p:nvPr>
            <p:ph type="title"/>
          </p:nvPr>
        </p:nvSpPr>
        <p:spPr>
          <a:xfrm>
            <a:off x="182880" y="219456"/>
            <a:ext cx="11326704" cy="1041564"/>
          </a:xfrm>
        </p:spPr>
        <p:txBody>
          <a:bodyPr/>
          <a:lstStyle/>
          <a:p>
            <a:r>
              <a:rPr lang="en-US"/>
              <a:t>Click to edit Master title style</a:t>
            </a:r>
            <a:endParaRPr lang="en-US" dirty="0"/>
          </a:p>
        </p:txBody>
      </p:sp>
      <p:sp>
        <p:nvSpPr>
          <p:cNvPr id="8" name="Content Placeholder 3">
            <a:extLst>
              <a:ext uri="{FF2B5EF4-FFF2-40B4-BE49-F238E27FC236}">
                <a16:creationId xmlns:a16="http://schemas.microsoft.com/office/drawing/2014/main" id="{12E940BF-81C2-1FFB-391F-670B2E738E5C}"/>
              </a:ext>
            </a:extLst>
          </p:cNvPr>
          <p:cNvSpPr>
            <a:spLocks noGrp="1"/>
          </p:cNvSpPr>
          <p:nvPr>
            <p:ph sz="quarter" idx="15"/>
          </p:nvPr>
        </p:nvSpPr>
        <p:spPr>
          <a:xfrm>
            <a:off x="182880" y="1645920"/>
            <a:ext cx="5420409" cy="474158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12" name="Content Placeholder 3">
            <a:extLst>
              <a:ext uri="{FF2B5EF4-FFF2-40B4-BE49-F238E27FC236}">
                <a16:creationId xmlns:a16="http://schemas.microsoft.com/office/drawing/2014/main" id="{FB763AB3-1DFB-9F9F-2339-33F3C49C8C10}"/>
              </a:ext>
            </a:extLst>
          </p:cNvPr>
          <p:cNvSpPr>
            <a:spLocks noGrp="1"/>
          </p:cNvSpPr>
          <p:nvPr>
            <p:ph sz="quarter" idx="16"/>
          </p:nvPr>
        </p:nvSpPr>
        <p:spPr>
          <a:xfrm>
            <a:off x="6248400" y="1645920"/>
            <a:ext cx="5261184" cy="474158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a:extLst>
              <a:ext uri="{FF2B5EF4-FFF2-40B4-BE49-F238E27FC236}">
                <a16:creationId xmlns:a16="http://schemas.microsoft.com/office/drawing/2014/main" id="{C2BDD5A2-CE3E-3215-6DAA-F75C0D1229DA}"/>
              </a:ext>
            </a:extLst>
          </p:cNvPr>
          <p:cNvSpPr>
            <a:spLocks noGrp="1"/>
          </p:cNvSpPr>
          <p:nvPr>
            <p:ph type="ftr" sz="quarter" idx="11"/>
          </p:nvPr>
        </p:nvSpPr>
        <p:spPr/>
        <p:txBody>
          <a:bodyPr/>
          <a:lstStyle/>
          <a:p>
            <a:r>
              <a:rPr lang="en-US"/>
              <a:t>Sample Footer Text</a:t>
            </a:r>
            <a:endParaRPr lang="en-US" dirty="0"/>
          </a:p>
        </p:txBody>
      </p:sp>
      <p:sp>
        <p:nvSpPr>
          <p:cNvPr id="5" name="Date Placeholder 4">
            <a:extLst>
              <a:ext uri="{FF2B5EF4-FFF2-40B4-BE49-F238E27FC236}">
                <a16:creationId xmlns:a16="http://schemas.microsoft.com/office/drawing/2014/main" id="{897D0B7E-1A60-DA52-6965-92412B1C2F9F}"/>
              </a:ext>
            </a:extLst>
          </p:cNvPr>
          <p:cNvSpPr>
            <a:spLocks noGrp="1"/>
          </p:cNvSpPr>
          <p:nvPr>
            <p:ph type="dt" sz="half" idx="10"/>
          </p:nvPr>
        </p:nvSpPr>
        <p:spPr/>
        <p:txBody>
          <a:bodyPr/>
          <a:lstStyle/>
          <a:p>
            <a:fld id="{7DA2CEDE-2AB4-4FB8-9551-E0AA4222B1A3}" type="datetime1">
              <a:rPr lang="en-US" smtClean="0"/>
              <a:pPr/>
              <a:t>9/2/2026</a:t>
            </a:fld>
            <a:endParaRPr lang="en-US" dirty="0"/>
          </a:p>
        </p:txBody>
      </p:sp>
      <p:sp>
        <p:nvSpPr>
          <p:cNvPr id="7" name="Slide Number Placeholder 6">
            <a:extLst>
              <a:ext uri="{FF2B5EF4-FFF2-40B4-BE49-F238E27FC236}">
                <a16:creationId xmlns:a16="http://schemas.microsoft.com/office/drawing/2014/main" id="{B1B822F1-284A-1786-FAF2-72129E2FE64D}"/>
              </a:ext>
            </a:extLst>
          </p:cNvPr>
          <p:cNvSpPr>
            <a:spLocks noGrp="1"/>
          </p:cNvSpPr>
          <p:nvPr>
            <p:ph type="sldNum" sz="quarter" idx="12"/>
          </p:nvPr>
        </p:nvSpPr>
        <p:spPr/>
        <p:txBody>
          <a:bodyPr/>
          <a:lstStyle/>
          <a:p>
            <a:fld id="{5E0677F5-4A8A-4BF1-96BE-3BAE8FBAFE2E}" type="slidenum">
              <a:rPr lang="en-US" smtClean="0"/>
              <a:pPr/>
              <a:t>‹#›</a:t>
            </a:fld>
            <a:endParaRPr lang="en-US" dirty="0"/>
          </a:p>
        </p:txBody>
      </p:sp>
    </p:spTree>
    <p:extLst>
      <p:ext uri="{BB962C8B-B14F-4D97-AF65-F5344CB8AC3E}">
        <p14:creationId xmlns:p14="http://schemas.microsoft.com/office/powerpoint/2010/main" val="798787691"/>
      </p:ext>
    </p:extLst>
  </p:cSld>
  <p:clrMapOvr>
    <a:masterClrMapping/>
  </p:clrMapOvr>
  <p:hf sldNum="0" hdr="0" ftr="0" dt="0"/>
</p:sldLayout>
</file>

<file path=ppt/slideLayouts/slideLayout24.xml><?xml version="1.0" encoding="utf-8"?>
<p:sldLayout xmlns:a="http://schemas.openxmlformats.org/drawingml/2006/main" xmlns:r="http://schemas.openxmlformats.org/officeDocument/2006/relationships" xmlns:p="http://schemas.openxmlformats.org/presentationml/2006/main" preserve="1">
  <p:cSld name="Comparis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41FEE969-634D-6E32-D227-18E9282C6F9E}"/>
              </a:ext>
            </a:extLst>
          </p:cNvPr>
          <p:cNvSpPr>
            <a:spLocks noGrp="1"/>
          </p:cNvSpPr>
          <p:nvPr>
            <p:ph type="title"/>
          </p:nvPr>
        </p:nvSpPr>
        <p:spPr>
          <a:xfrm>
            <a:off x="181186" y="219456"/>
            <a:ext cx="11274552" cy="789851"/>
          </a:xfrm>
        </p:spPr>
        <p:txBody>
          <a:bodyPr/>
          <a:lstStyle/>
          <a:p>
            <a:r>
              <a:rPr lang="en-US"/>
              <a:t>Click to edit Master title style</a:t>
            </a:r>
            <a:endParaRPr lang="en-US" dirty="0"/>
          </a:p>
        </p:txBody>
      </p:sp>
      <p:sp>
        <p:nvSpPr>
          <p:cNvPr id="3" name="Text Placeholder 2">
            <a:extLst>
              <a:ext uri="{FF2B5EF4-FFF2-40B4-BE49-F238E27FC236}">
                <a16:creationId xmlns:a16="http://schemas.microsoft.com/office/drawing/2014/main" id="{61CD26D4-290A-F0ED-7D62-41EDA6FEC2B9}"/>
              </a:ext>
            </a:extLst>
          </p:cNvPr>
          <p:cNvSpPr>
            <a:spLocks noGrp="1"/>
          </p:cNvSpPr>
          <p:nvPr>
            <p:ph type="body" idx="1"/>
          </p:nvPr>
        </p:nvSpPr>
        <p:spPr>
          <a:xfrm>
            <a:off x="181185" y="1009307"/>
            <a:ext cx="5212080" cy="559834"/>
          </a:xfrm>
        </p:spPr>
        <p:txBody>
          <a:bodyPr anchor="b">
            <a:normAutofit/>
          </a:bodyPr>
          <a:lstStyle>
            <a:lvl1pPr marL="0" indent="0">
              <a:lnSpc>
                <a:spcPct val="90000"/>
              </a:lnSpc>
              <a:buNone/>
              <a:defRPr sz="1600" b="1" cap="all" baseline="0"/>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10" name="Content Placeholder 3">
            <a:extLst>
              <a:ext uri="{FF2B5EF4-FFF2-40B4-BE49-F238E27FC236}">
                <a16:creationId xmlns:a16="http://schemas.microsoft.com/office/drawing/2014/main" id="{D6A39E64-722E-F001-F641-974F5225314A}"/>
              </a:ext>
            </a:extLst>
          </p:cNvPr>
          <p:cNvSpPr>
            <a:spLocks noGrp="1"/>
          </p:cNvSpPr>
          <p:nvPr>
            <p:ph sz="quarter" idx="15"/>
          </p:nvPr>
        </p:nvSpPr>
        <p:spPr>
          <a:xfrm>
            <a:off x="181631" y="1649451"/>
            <a:ext cx="5212080" cy="4343400"/>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Text Placeholder 4">
            <a:extLst>
              <a:ext uri="{FF2B5EF4-FFF2-40B4-BE49-F238E27FC236}">
                <a16:creationId xmlns:a16="http://schemas.microsoft.com/office/drawing/2014/main" id="{06536620-C4F3-EEC3-DBF1-05196B1CBB55}"/>
              </a:ext>
            </a:extLst>
          </p:cNvPr>
          <p:cNvSpPr>
            <a:spLocks noGrp="1"/>
          </p:cNvSpPr>
          <p:nvPr>
            <p:ph type="body" sz="quarter" idx="3"/>
          </p:nvPr>
        </p:nvSpPr>
        <p:spPr>
          <a:xfrm>
            <a:off x="6245352" y="1009307"/>
            <a:ext cx="5212080" cy="559834"/>
          </a:xfrm>
        </p:spPr>
        <p:txBody>
          <a:bodyPr anchor="b">
            <a:normAutofit/>
          </a:bodyPr>
          <a:lstStyle>
            <a:lvl1pPr marL="0" indent="0">
              <a:lnSpc>
                <a:spcPct val="90000"/>
              </a:lnSpc>
              <a:buNone/>
              <a:defRPr sz="1600" b="1" cap="all" baseline="0"/>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6" name="Content Placeholder 3">
            <a:extLst>
              <a:ext uri="{FF2B5EF4-FFF2-40B4-BE49-F238E27FC236}">
                <a16:creationId xmlns:a16="http://schemas.microsoft.com/office/drawing/2014/main" id="{4B9C0BFD-5C7B-FA0D-DCE8-95D24728FEB0}"/>
              </a:ext>
            </a:extLst>
          </p:cNvPr>
          <p:cNvSpPr>
            <a:spLocks noGrp="1"/>
          </p:cNvSpPr>
          <p:nvPr>
            <p:ph sz="quarter" idx="16"/>
          </p:nvPr>
        </p:nvSpPr>
        <p:spPr>
          <a:xfrm>
            <a:off x="6245352" y="1649451"/>
            <a:ext cx="5212080" cy="4343400"/>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8" name="Footer Placeholder 7">
            <a:extLst>
              <a:ext uri="{FF2B5EF4-FFF2-40B4-BE49-F238E27FC236}">
                <a16:creationId xmlns:a16="http://schemas.microsoft.com/office/drawing/2014/main" id="{949D76D8-9033-26CF-BF4C-AECCC685C177}"/>
              </a:ext>
            </a:extLst>
          </p:cNvPr>
          <p:cNvSpPr>
            <a:spLocks noGrp="1"/>
          </p:cNvSpPr>
          <p:nvPr>
            <p:ph type="ftr" sz="quarter" idx="11"/>
          </p:nvPr>
        </p:nvSpPr>
        <p:spPr/>
        <p:txBody>
          <a:bodyPr/>
          <a:lstStyle/>
          <a:p>
            <a:r>
              <a:rPr lang="en-US"/>
              <a:t>Sample Footer Text</a:t>
            </a:r>
            <a:endParaRPr lang="en-US" dirty="0"/>
          </a:p>
        </p:txBody>
      </p:sp>
      <p:sp>
        <p:nvSpPr>
          <p:cNvPr id="7" name="Date Placeholder 6">
            <a:extLst>
              <a:ext uri="{FF2B5EF4-FFF2-40B4-BE49-F238E27FC236}">
                <a16:creationId xmlns:a16="http://schemas.microsoft.com/office/drawing/2014/main" id="{4E3B3581-658A-8487-F9CB-E79F2BFF27E4}"/>
              </a:ext>
            </a:extLst>
          </p:cNvPr>
          <p:cNvSpPr>
            <a:spLocks noGrp="1"/>
          </p:cNvSpPr>
          <p:nvPr>
            <p:ph type="dt" sz="half" idx="10"/>
          </p:nvPr>
        </p:nvSpPr>
        <p:spPr/>
        <p:txBody>
          <a:bodyPr/>
          <a:lstStyle/>
          <a:p>
            <a:fld id="{7DA2CEDE-2AB4-4FB8-9551-E0AA4222B1A3}" type="datetime1">
              <a:rPr lang="en-US" smtClean="0"/>
              <a:pPr/>
              <a:t>9/2/2026</a:t>
            </a:fld>
            <a:endParaRPr lang="en-US" dirty="0"/>
          </a:p>
        </p:txBody>
      </p:sp>
      <p:sp>
        <p:nvSpPr>
          <p:cNvPr id="9" name="Slide Number Placeholder 8">
            <a:extLst>
              <a:ext uri="{FF2B5EF4-FFF2-40B4-BE49-F238E27FC236}">
                <a16:creationId xmlns:a16="http://schemas.microsoft.com/office/drawing/2014/main" id="{E02A06B8-CC1D-542F-D8EB-7625046B91D2}"/>
              </a:ext>
            </a:extLst>
          </p:cNvPr>
          <p:cNvSpPr>
            <a:spLocks noGrp="1"/>
          </p:cNvSpPr>
          <p:nvPr>
            <p:ph type="sldNum" sz="quarter" idx="12"/>
          </p:nvPr>
        </p:nvSpPr>
        <p:spPr/>
        <p:txBody>
          <a:bodyPr/>
          <a:lstStyle/>
          <a:p>
            <a:fld id="{5E0677F5-4A8A-4BF1-96BE-3BAE8FBAFE2E}" type="slidenum">
              <a:rPr lang="en-US" smtClean="0"/>
              <a:pPr/>
              <a:t>‹#›</a:t>
            </a:fld>
            <a:endParaRPr lang="en-US" dirty="0"/>
          </a:p>
        </p:txBody>
      </p:sp>
    </p:spTree>
    <p:extLst>
      <p:ext uri="{BB962C8B-B14F-4D97-AF65-F5344CB8AC3E}">
        <p14:creationId xmlns:p14="http://schemas.microsoft.com/office/powerpoint/2010/main" val="1091543813"/>
      </p:ext>
    </p:extLst>
  </p:cSld>
  <p:clrMapOvr>
    <a:masterClrMapping/>
  </p:clrMapOvr>
  <p:hf sldNum="0" hdr="0" ftr="0" dt="0"/>
</p:sldLayout>
</file>

<file path=ppt/slideLayouts/slideLayout25.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666A9F42-7FF7-F803-C075-BC4968D35E34}"/>
              </a:ext>
            </a:extLst>
          </p:cNvPr>
          <p:cNvSpPr>
            <a:spLocks noGrp="1"/>
          </p:cNvSpPr>
          <p:nvPr>
            <p:ph type="title"/>
          </p:nvPr>
        </p:nvSpPr>
        <p:spPr/>
        <p:txBody>
          <a:bodyPr/>
          <a:lstStyle/>
          <a:p>
            <a:r>
              <a:rPr lang="en-US"/>
              <a:t>Click to edit Master title style</a:t>
            </a:r>
            <a:endParaRPr lang="en-US" dirty="0"/>
          </a:p>
        </p:txBody>
      </p:sp>
      <p:sp>
        <p:nvSpPr>
          <p:cNvPr id="4" name="Footer Placeholder 3">
            <a:extLst>
              <a:ext uri="{FF2B5EF4-FFF2-40B4-BE49-F238E27FC236}">
                <a16:creationId xmlns:a16="http://schemas.microsoft.com/office/drawing/2014/main" id="{6B968DDD-323F-89A1-84E3-DDBA626D9386}"/>
              </a:ext>
            </a:extLst>
          </p:cNvPr>
          <p:cNvSpPr>
            <a:spLocks noGrp="1"/>
          </p:cNvSpPr>
          <p:nvPr>
            <p:ph type="ftr" sz="quarter" idx="11"/>
          </p:nvPr>
        </p:nvSpPr>
        <p:spPr/>
        <p:txBody>
          <a:bodyPr/>
          <a:lstStyle/>
          <a:p>
            <a:r>
              <a:rPr lang="en-US"/>
              <a:t>Sample Footer Text</a:t>
            </a:r>
          </a:p>
        </p:txBody>
      </p:sp>
      <p:sp>
        <p:nvSpPr>
          <p:cNvPr id="3" name="Date Placeholder 2">
            <a:extLst>
              <a:ext uri="{FF2B5EF4-FFF2-40B4-BE49-F238E27FC236}">
                <a16:creationId xmlns:a16="http://schemas.microsoft.com/office/drawing/2014/main" id="{E89E8268-7232-2944-F1BD-399F9419B563}"/>
              </a:ext>
            </a:extLst>
          </p:cNvPr>
          <p:cNvSpPr>
            <a:spLocks noGrp="1"/>
          </p:cNvSpPr>
          <p:nvPr>
            <p:ph type="dt" sz="half" idx="10"/>
          </p:nvPr>
        </p:nvSpPr>
        <p:spPr/>
        <p:txBody>
          <a:bodyPr/>
          <a:lstStyle/>
          <a:p>
            <a:fld id="{16C42483-B3E3-4399-B6B2-4B1D067F8CE5}" type="datetime1">
              <a:rPr lang="en-US" smtClean="0"/>
              <a:t>9/2/2026</a:t>
            </a:fld>
            <a:endParaRPr lang="en-US"/>
          </a:p>
        </p:txBody>
      </p:sp>
      <p:sp>
        <p:nvSpPr>
          <p:cNvPr id="5" name="Slide Number Placeholder 4">
            <a:extLst>
              <a:ext uri="{FF2B5EF4-FFF2-40B4-BE49-F238E27FC236}">
                <a16:creationId xmlns:a16="http://schemas.microsoft.com/office/drawing/2014/main" id="{98FBDC76-671D-1671-DCE2-D5658BD40E29}"/>
              </a:ext>
            </a:extLst>
          </p:cNvPr>
          <p:cNvSpPr>
            <a:spLocks noGrp="1"/>
          </p:cNvSpPr>
          <p:nvPr>
            <p:ph type="sldNum" sz="quarter" idx="12"/>
          </p:nvPr>
        </p:nvSpPr>
        <p:spPr/>
        <p:txBody>
          <a:bodyPr/>
          <a:lstStyle/>
          <a:p>
            <a:fld id="{5E0677F5-4A8A-4BF1-96BE-3BAE8FBAFE2E}" type="slidenum">
              <a:rPr lang="en-US" smtClean="0"/>
              <a:t>‹#›</a:t>
            </a:fld>
            <a:endParaRPr lang="en-US"/>
          </a:p>
        </p:txBody>
      </p:sp>
    </p:spTree>
    <p:extLst>
      <p:ext uri="{BB962C8B-B14F-4D97-AF65-F5344CB8AC3E}">
        <p14:creationId xmlns:p14="http://schemas.microsoft.com/office/powerpoint/2010/main" val="1926326769"/>
      </p:ext>
    </p:extLst>
  </p:cSld>
  <p:clrMapOvr>
    <a:masterClrMapping/>
  </p:clrMapOvr>
  <p:hf sldNum="0" hdr="0" ftr="0" dt="0"/>
</p:sldLayout>
</file>

<file path=ppt/slideLayouts/slideLayout26.xml><?xml version="1.0" encoding="utf-8"?>
<p:sldLayout xmlns:a="http://schemas.openxmlformats.org/drawingml/2006/main" xmlns:r="http://schemas.openxmlformats.org/officeDocument/2006/relationships" xmlns:p="http://schemas.openxmlformats.org/presentationml/2006/main" type="blank" preserve="1">
  <p:cSld name="Empty">
    <p:spTree>
      <p:nvGrpSpPr>
        <p:cNvPr id="1" name=""/>
        <p:cNvGrpSpPr/>
        <p:nvPr/>
      </p:nvGrpSpPr>
      <p:grpSpPr>
        <a:xfrm>
          <a:off x="0" y="0"/>
          <a:ext cx="0" cy="0"/>
          <a:chOff x="0" y="0"/>
          <a:chExt cx="0" cy="0"/>
        </a:xfrm>
      </p:grpSpPr>
      <p:sp>
        <p:nvSpPr>
          <p:cNvPr id="2" name="Date Placeholder 1">
            <a:extLst>
              <a:ext uri="{FF2B5EF4-FFF2-40B4-BE49-F238E27FC236}">
                <a16:creationId xmlns:a16="http://schemas.microsoft.com/office/drawing/2014/main" id="{49BC4D82-0182-501C-9231-46767680476E}"/>
              </a:ext>
            </a:extLst>
          </p:cNvPr>
          <p:cNvSpPr>
            <a:spLocks noGrp="1"/>
          </p:cNvSpPr>
          <p:nvPr>
            <p:ph type="dt" sz="half" idx="10"/>
          </p:nvPr>
        </p:nvSpPr>
        <p:spPr/>
        <p:txBody>
          <a:bodyPr/>
          <a:lstStyle/>
          <a:p>
            <a:fld id="{9A36574F-2CAD-411B-9EF3-12D0DF2C09EB}" type="datetime1">
              <a:rPr lang="en-US" smtClean="0"/>
              <a:t>9/2/2026</a:t>
            </a:fld>
            <a:endParaRPr lang="en-US"/>
          </a:p>
        </p:txBody>
      </p:sp>
      <p:sp>
        <p:nvSpPr>
          <p:cNvPr id="3" name="Footer Placeholder 2">
            <a:extLst>
              <a:ext uri="{FF2B5EF4-FFF2-40B4-BE49-F238E27FC236}">
                <a16:creationId xmlns:a16="http://schemas.microsoft.com/office/drawing/2014/main" id="{10EAA6C9-A7F3-19F1-D17C-A1D83FAF553F}"/>
              </a:ext>
            </a:extLst>
          </p:cNvPr>
          <p:cNvSpPr>
            <a:spLocks noGrp="1"/>
          </p:cNvSpPr>
          <p:nvPr>
            <p:ph type="ftr" sz="quarter" idx="11"/>
          </p:nvPr>
        </p:nvSpPr>
        <p:spPr/>
        <p:txBody>
          <a:bodyPr/>
          <a:lstStyle/>
          <a:p>
            <a:r>
              <a:rPr lang="en-US"/>
              <a:t>Sample Footer Text</a:t>
            </a:r>
          </a:p>
        </p:txBody>
      </p:sp>
      <p:sp>
        <p:nvSpPr>
          <p:cNvPr id="4" name="Slide Number Placeholder 3">
            <a:extLst>
              <a:ext uri="{FF2B5EF4-FFF2-40B4-BE49-F238E27FC236}">
                <a16:creationId xmlns:a16="http://schemas.microsoft.com/office/drawing/2014/main" id="{34EBB816-1B94-116F-92D4-6043AE9E0C6B}"/>
              </a:ext>
            </a:extLst>
          </p:cNvPr>
          <p:cNvSpPr>
            <a:spLocks noGrp="1"/>
          </p:cNvSpPr>
          <p:nvPr>
            <p:ph type="sldNum" sz="quarter" idx="12"/>
          </p:nvPr>
        </p:nvSpPr>
        <p:spPr/>
        <p:txBody>
          <a:bodyPr/>
          <a:lstStyle/>
          <a:p>
            <a:fld id="{5E0677F5-4A8A-4BF1-96BE-3BAE8FBAFE2E}" type="slidenum">
              <a:rPr lang="en-US" smtClean="0"/>
              <a:t>‹#›</a:t>
            </a:fld>
            <a:endParaRPr lang="en-US"/>
          </a:p>
        </p:txBody>
      </p:sp>
    </p:spTree>
    <p:extLst>
      <p:ext uri="{BB962C8B-B14F-4D97-AF65-F5344CB8AC3E}">
        <p14:creationId xmlns:p14="http://schemas.microsoft.com/office/powerpoint/2010/main" val="570950869"/>
      </p:ext>
    </p:extLst>
  </p:cSld>
  <p:clrMapOvr>
    <a:masterClrMapping/>
  </p:clrMapOvr>
  <p:hf sldNum="0" hdr="0" ftr="0" dt="0"/>
</p:sldLayout>
</file>

<file path=ppt/slideLayouts/slideLayout27.xml><?xml version="1.0" encoding="utf-8"?>
<p:sldLayout xmlns:a="http://schemas.openxmlformats.org/drawingml/2006/main" xmlns:r="http://schemas.openxmlformats.org/officeDocument/2006/relationships" xmlns:p="http://schemas.openxmlformats.org/presentationml/2006/main" preserve="1">
  <p:cSld name="Conclusion">
    <p:bg>
      <p:bgRef idx="1001">
        <a:schemeClr val="bg2"/>
      </p:bgRef>
    </p:bg>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BC7433D9-FD02-59E2-0F81-A0B7201D2DA0}"/>
              </a:ext>
            </a:extLst>
          </p:cNvPr>
          <p:cNvSpPr>
            <a:spLocks noGrp="1"/>
          </p:cNvSpPr>
          <p:nvPr>
            <p:ph type="title"/>
          </p:nvPr>
        </p:nvSpPr>
        <p:spPr>
          <a:xfrm>
            <a:off x="167861" y="207228"/>
            <a:ext cx="11001943" cy="1790700"/>
          </a:xfrm>
        </p:spPr>
        <p:txBody>
          <a:bodyPr anchor="t">
            <a:noAutofit/>
          </a:bodyPr>
          <a:lstStyle>
            <a:lvl1pPr>
              <a:defRPr sz="7200"/>
            </a:lvl1pPr>
          </a:lstStyle>
          <a:p>
            <a:r>
              <a:rPr lang="en-US"/>
              <a:t>Click to edit Master title style</a:t>
            </a:r>
            <a:endParaRPr lang="en-US" dirty="0"/>
          </a:p>
        </p:txBody>
      </p:sp>
      <p:sp>
        <p:nvSpPr>
          <p:cNvPr id="8" name="Content Placeholder 7">
            <a:extLst>
              <a:ext uri="{FF2B5EF4-FFF2-40B4-BE49-F238E27FC236}">
                <a16:creationId xmlns:a16="http://schemas.microsoft.com/office/drawing/2014/main" id="{C7E1FCC9-2D1D-9C6B-8C9A-E3D0A77DBEF0}"/>
              </a:ext>
            </a:extLst>
          </p:cNvPr>
          <p:cNvSpPr>
            <a:spLocks noGrp="1"/>
          </p:cNvSpPr>
          <p:nvPr>
            <p:ph sz="quarter" idx="13"/>
          </p:nvPr>
        </p:nvSpPr>
        <p:spPr>
          <a:xfrm>
            <a:off x="1022195" y="3264408"/>
            <a:ext cx="10147610" cy="2834640"/>
          </a:xfrm>
        </p:spPr>
        <p:txBody>
          <a:bodyPr vert="horz" lIns="91440" tIns="45720" rIns="91440" bIns="45720" rtlCol="0">
            <a:normAutofit/>
          </a:bodyPr>
          <a:lstStyle>
            <a:lvl1pPr>
              <a:defRPr lang="en-US" dirty="0"/>
            </a:lvl1pPr>
            <a:lvl2pPr>
              <a:defRPr lang="en-US" dirty="0"/>
            </a:lvl2pPr>
            <a:lvl3pPr>
              <a:defRPr lang="en-US" dirty="0"/>
            </a:lvl3pPr>
            <a:lvl4pPr>
              <a:defRPr lang="en-US" dirty="0"/>
            </a:lvl4pPr>
            <a:lvl5pPr>
              <a:defRPr lang="en-US" dirty="0"/>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5" name="Footer Placeholder 4">
            <a:extLst>
              <a:ext uri="{FF2B5EF4-FFF2-40B4-BE49-F238E27FC236}">
                <a16:creationId xmlns:a16="http://schemas.microsoft.com/office/drawing/2014/main" id="{B17E6B5E-6174-FD5C-41E8-FFC44C650D7E}"/>
              </a:ext>
            </a:extLst>
          </p:cNvPr>
          <p:cNvSpPr>
            <a:spLocks noGrp="1"/>
          </p:cNvSpPr>
          <p:nvPr>
            <p:ph type="ftr" sz="quarter" idx="11"/>
          </p:nvPr>
        </p:nvSpPr>
        <p:spPr/>
        <p:txBody>
          <a:bodyPr/>
          <a:lstStyle/>
          <a:p>
            <a:r>
              <a:rPr lang="en-US"/>
              <a:t>Sample Footer Text</a:t>
            </a:r>
          </a:p>
        </p:txBody>
      </p:sp>
      <p:sp>
        <p:nvSpPr>
          <p:cNvPr id="4" name="Date Placeholder 3">
            <a:extLst>
              <a:ext uri="{FF2B5EF4-FFF2-40B4-BE49-F238E27FC236}">
                <a16:creationId xmlns:a16="http://schemas.microsoft.com/office/drawing/2014/main" id="{0B9485D1-E172-8F0A-A425-3097B3ABCFB4}"/>
              </a:ext>
            </a:extLst>
          </p:cNvPr>
          <p:cNvSpPr>
            <a:spLocks noGrp="1"/>
          </p:cNvSpPr>
          <p:nvPr>
            <p:ph type="dt" sz="half" idx="10"/>
          </p:nvPr>
        </p:nvSpPr>
        <p:spPr/>
        <p:txBody>
          <a:bodyPr/>
          <a:lstStyle/>
          <a:p>
            <a:fld id="{1B1491A9-BF26-4517-AB22-6183D453A902}" type="datetime1">
              <a:rPr lang="en-US" smtClean="0"/>
              <a:t>9/2/2026</a:t>
            </a:fld>
            <a:endParaRPr lang="en-US"/>
          </a:p>
        </p:txBody>
      </p:sp>
      <p:sp>
        <p:nvSpPr>
          <p:cNvPr id="6" name="Slide Number Placeholder 5">
            <a:extLst>
              <a:ext uri="{FF2B5EF4-FFF2-40B4-BE49-F238E27FC236}">
                <a16:creationId xmlns:a16="http://schemas.microsoft.com/office/drawing/2014/main" id="{4BF72154-F85B-E301-DA57-E314D7315916}"/>
              </a:ext>
            </a:extLst>
          </p:cNvPr>
          <p:cNvSpPr>
            <a:spLocks noGrp="1"/>
          </p:cNvSpPr>
          <p:nvPr>
            <p:ph type="sldNum" sz="quarter" idx="12"/>
          </p:nvPr>
        </p:nvSpPr>
        <p:spPr/>
        <p:txBody>
          <a:bodyPr/>
          <a:lstStyle/>
          <a:p>
            <a:fld id="{5E0677F5-4A8A-4BF1-96BE-3BAE8FBAFE2E}" type="slidenum">
              <a:rPr lang="en-US" smtClean="0"/>
              <a:t>‹#›</a:t>
            </a:fld>
            <a:endParaRPr lang="en-US"/>
          </a:p>
        </p:txBody>
      </p:sp>
    </p:spTree>
    <p:extLst>
      <p:ext uri="{BB962C8B-B14F-4D97-AF65-F5344CB8AC3E}">
        <p14:creationId xmlns:p14="http://schemas.microsoft.com/office/powerpoint/2010/main" val="91151694"/>
      </p:ext>
    </p:extLst>
  </p:cSld>
  <p:clrMapOvr>
    <a:overrideClrMapping bg1="lt1" tx1="dk1" bg2="lt2" tx2="dk2" accent1="accent1" accent2="accent2" accent3="accent3" accent4="accent4" accent5="accent5" accent6="accent6" hlink="hlink" folHlink="folHlink"/>
  </p:clrMapOvr>
  <p:hf sldNum="0" hdr="0" ftr="0" dt="0"/>
</p:sldLayout>
</file>

<file path=ppt/slideLayouts/slideLayout28.xml><?xml version="1.0" encoding="utf-8"?>
<p:sldLayout xmlns:a="http://schemas.openxmlformats.org/drawingml/2006/main" xmlns:r="http://schemas.openxmlformats.org/officeDocument/2006/relationships" xmlns:p="http://schemas.openxmlformats.org/presentationml/2006/main" preserve="1">
  <p:cSld name="Conclusion 2">
    <p:bg>
      <p:bgRef idx="1001">
        <a:schemeClr val="bg2"/>
      </p:bgRef>
    </p:bg>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BC7433D9-FD02-59E2-0F81-A0B7201D2DA0}"/>
              </a:ext>
            </a:extLst>
          </p:cNvPr>
          <p:cNvSpPr>
            <a:spLocks noGrp="1"/>
          </p:cNvSpPr>
          <p:nvPr>
            <p:ph type="title"/>
          </p:nvPr>
        </p:nvSpPr>
        <p:spPr>
          <a:xfrm>
            <a:off x="2915580" y="1089247"/>
            <a:ext cx="6360840" cy="2171716"/>
          </a:xfrm>
        </p:spPr>
        <p:txBody>
          <a:bodyPr anchor="b">
            <a:noAutofit/>
          </a:bodyPr>
          <a:lstStyle>
            <a:lvl1pPr algn="ctr">
              <a:defRPr sz="7200"/>
            </a:lvl1pPr>
          </a:lstStyle>
          <a:p>
            <a:r>
              <a:rPr lang="en-US"/>
              <a:t>Click to edit Master title style</a:t>
            </a:r>
            <a:endParaRPr lang="en-US" dirty="0"/>
          </a:p>
        </p:txBody>
      </p:sp>
      <p:sp>
        <p:nvSpPr>
          <p:cNvPr id="7" name="Content Placeholder 6">
            <a:extLst>
              <a:ext uri="{FF2B5EF4-FFF2-40B4-BE49-F238E27FC236}">
                <a16:creationId xmlns:a16="http://schemas.microsoft.com/office/drawing/2014/main" id="{053FFEDA-E57B-DF13-2394-A1514E15F85A}"/>
              </a:ext>
            </a:extLst>
          </p:cNvPr>
          <p:cNvSpPr>
            <a:spLocks noGrp="1"/>
          </p:cNvSpPr>
          <p:nvPr>
            <p:ph sz="quarter" idx="14"/>
          </p:nvPr>
        </p:nvSpPr>
        <p:spPr>
          <a:xfrm>
            <a:off x="3322864" y="3499880"/>
            <a:ext cx="5543550" cy="1771650"/>
          </a:xfrm>
        </p:spPr>
        <p:txBody>
          <a:bodyPr vert="horz" lIns="91440" tIns="45720" rIns="91440" bIns="45720" rtlCol="0">
            <a:normAutofit/>
          </a:bodyPr>
          <a:lstStyle>
            <a:lvl1pPr marL="0" indent="0" algn="ctr">
              <a:buNone/>
              <a:defRPr lang="en-US" sz="1600" dirty="0"/>
            </a:lvl1pPr>
            <a:lvl2pPr marL="228600" indent="0" algn="ctr">
              <a:buNone/>
              <a:defRPr lang="en-US" sz="1600" dirty="0"/>
            </a:lvl2pPr>
            <a:lvl3pPr marL="457200" indent="0" algn="ctr">
              <a:buNone/>
              <a:defRPr lang="en-US" sz="1600" dirty="0"/>
            </a:lvl3pPr>
            <a:lvl4pPr marL="685800" indent="0" algn="ctr">
              <a:buNone/>
              <a:defRPr lang="en-US" sz="1600" dirty="0"/>
            </a:lvl4pPr>
            <a:lvl5pPr marL="914400" indent="0" algn="ctr">
              <a:buNone/>
              <a:defRPr lang="en-US" sz="1600" dirty="0"/>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5" name="Footer Placeholder 4">
            <a:extLst>
              <a:ext uri="{FF2B5EF4-FFF2-40B4-BE49-F238E27FC236}">
                <a16:creationId xmlns:a16="http://schemas.microsoft.com/office/drawing/2014/main" id="{B17E6B5E-6174-FD5C-41E8-FFC44C650D7E}"/>
              </a:ext>
            </a:extLst>
          </p:cNvPr>
          <p:cNvSpPr>
            <a:spLocks noGrp="1"/>
          </p:cNvSpPr>
          <p:nvPr>
            <p:ph type="ftr" sz="quarter" idx="11"/>
          </p:nvPr>
        </p:nvSpPr>
        <p:spPr/>
        <p:txBody>
          <a:bodyPr/>
          <a:lstStyle/>
          <a:p>
            <a:r>
              <a:rPr lang="en-US"/>
              <a:t>Sample Footer Text</a:t>
            </a:r>
          </a:p>
        </p:txBody>
      </p:sp>
      <p:sp>
        <p:nvSpPr>
          <p:cNvPr id="4" name="Date Placeholder 3">
            <a:extLst>
              <a:ext uri="{FF2B5EF4-FFF2-40B4-BE49-F238E27FC236}">
                <a16:creationId xmlns:a16="http://schemas.microsoft.com/office/drawing/2014/main" id="{0B9485D1-E172-8F0A-A425-3097B3ABCFB4}"/>
              </a:ext>
            </a:extLst>
          </p:cNvPr>
          <p:cNvSpPr>
            <a:spLocks noGrp="1"/>
          </p:cNvSpPr>
          <p:nvPr>
            <p:ph type="dt" sz="half" idx="10"/>
          </p:nvPr>
        </p:nvSpPr>
        <p:spPr/>
        <p:txBody>
          <a:bodyPr/>
          <a:lstStyle/>
          <a:p>
            <a:fld id="{3A5024DF-23AF-419A-978A-28215FBF1E37}" type="datetime1">
              <a:rPr lang="en-US" smtClean="0"/>
              <a:t>9/2/2026</a:t>
            </a:fld>
            <a:endParaRPr lang="en-US"/>
          </a:p>
        </p:txBody>
      </p:sp>
      <p:sp>
        <p:nvSpPr>
          <p:cNvPr id="6" name="Slide Number Placeholder 5">
            <a:extLst>
              <a:ext uri="{FF2B5EF4-FFF2-40B4-BE49-F238E27FC236}">
                <a16:creationId xmlns:a16="http://schemas.microsoft.com/office/drawing/2014/main" id="{4BF72154-F85B-E301-DA57-E314D7315916}"/>
              </a:ext>
            </a:extLst>
          </p:cNvPr>
          <p:cNvSpPr>
            <a:spLocks noGrp="1"/>
          </p:cNvSpPr>
          <p:nvPr>
            <p:ph type="sldNum" sz="quarter" idx="12"/>
          </p:nvPr>
        </p:nvSpPr>
        <p:spPr/>
        <p:txBody>
          <a:bodyPr/>
          <a:lstStyle/>
          <a:p>
            <a:fld id="{5E0677F5-4A8A-4BF1-96BE-3BAE8FBAFE2E}" type="slidenum">
              <a:rPr lang="en-US" smtClean="0"/>
              <a:t>‹#›</a:t>
            </a:fld>
            <a:endParaRPr lang="en-US"/>
          </a:p>
        </p:txBody>
      </p:sp>
    </p:spTree>
    <p:extLst>
      <p:ext uri="{BB962C8B-B14F-4D97-AF65-F5344CB8AC3E}">
        <p14:creationId xmlns:p14="http://schemas.microsoft.com/office/powerpoint/2010/main" val="1512722083"/>
      </p:ext>
    </p:extLst>
  </p:cSld>
  <p:clrMapOvr>
    <a:overrideClrMapping bg1="lt1" tx1="dk1" bg2="lt2" tx2="dk2" accent1="accent1" accent2="accent2" accent3="accent3" accent4="accent4" accent5="accent5" accent6="accent6" hlink="hlink" folHlink="folHlink"/>
  </p:clrMapOvr>
  <p:hf sldNum="0" hdr="0" ftr="0" dt="0"/>
</p:sldLayout>
</file>

<file path=ppt/slideLayouts/slideLayout29.xml><?xml version="1.0" encoding="utf-8"?>
<p:sldLayout xmlns:a="http://schemas.openxmlformats.org/drawingml/2006/main" xmlns:r="http://schemas.openxmlformats.org/officeDocument/2006/relationships" xmlns:p="http://schemas.openxmlformats.org/presentationml/2006/main">
  <p:cSld name="DEFAULT">
    <p:bg>
      <p:bgRef idx="1001">
        <a:schemeClr val="bg1"/>
      </p:bgRef>
    </p:bg>
    <p:spTree>
      <p:nvGrpSpPr>
        <p:cNvPr id="1" name=""/>
        <p:cNvGrpSpPr/>
        <p:nvPr/>
      </p:nvGrpSpPr>
      <p:grpSpPr>
        <a:xfrm>
          <a:off x="0" y="0"/>
          <a:ext cx="0" cy="0"/>
          <a:chOff x="0" y="0"/>
          <a:chExt cx="0" cy="0"/>
        </a:xfrm>
      </p:grpSpPr>
    </p:spTree>
    <p:extLst>
      <p:ext uri="{BB962C8B-B14F-4D97-AF65-F5344CB8AC3E}">
        <p14:creationId xmlns:p14="http://schemas.microsoft.com/office/powerpoint/2010/main" val="3245994155"/>
      </p:ext>
    </p:extLst>
  </p:cSld>
  <p:clrMapOvr>
    <a:masterClrMapping/>
  </p:clrMapOvr>
</p:sldLayout>
</file>

<file path=ppt/slideMasters/_rels/slideMaster1.xml.rels><?xml version="1.0" encoding="UTF-8" standalone="yes"?>
<Relationships xmlns="http://schemas.openxmlformats.org/package/2006/relationships"><Relationship Id="rId2" Type="http://schemas.openxmlformats.org/officeDocument/2006/relationships/theme" Target="../theme/theme1.xml"/><Relationship Id="rId1" Type="http://schemas.openxmlformats.org/officeDocument/2006/relationships/slideLayout" Target="../slideLayouts/slideLayout1.xml"/></Relationships>
</file>

<file path=ppt/slideMasters/_rels/slideMaster2.xml.rels><?xml version="1.0" encoding="UTF-8" standalone="yes"?>
<Relationships xmlns="http://schemas.openxmlformats.org/package/2006/relationships"><Relationship Id="rId8" Type="http://schemas.openxmlformats.org/officeDocument/2006/relationships/slideLayout" Target="../slideLayouts/slideLayout9.xml"/><Relationship Id="rId13" Type="http://schemas.openxmlformats.org/officeDocument/2006/relationships/slideLayout" Target="../slideLayouts/slideLayout14.xml"/><Relationship Id="rId18" Type="http://schemas.openxmlformats.org/officeDocument/2006/relationships/slideLayout" Target="../slideLayouts/slideLayout19.xml"/><Relationship Id="rId26" Type="http://schemas.openxmlformats.org/officeDocument/2006/relationships/slideLayout" Target="../slideLayouts/slideLayout27.xml"/><Relationship Id="rId3" Type="http://schemas.openxmlformats.org/officeDocument/2006/relationships/slideLayout" Target="../slideLayouts/slideLayout4.xml"/><Relationship Id="rId21" Type="http://schemas.openxmlformats.org/officeDocument/2006/relationships/slideLayout" Target="../slideLayouts/slideLayout22.xml"/><Relationship Id="rId7" Type="http://schemas.openxmlformats.org/officeDocument/2006/relationships/slideLayout" Target="../slideLayouts/slideLayout8.xml"/><Relationship Id="rId12" Type="http://schemas.openxmlformats.org/officeDocument/2006/relationships/slideLayout" Target="../slideLayouts/slideLayout13.xml"/><Relationship Id="rId17" Type="http://schemas.openxmlformats.org/officeDocument/2006/relationships/slideLayout" Target="../slideLayouts/slideLayout18.xml"/><Relationship Id="rId25" Type="http://schemas.openxmlformats.org/officeDocument/2006/relationships/slideLayout" Target="../slideLayouts/slideLayout26.xml"/><Relationship Id="rId2" Type="http://schemas.openxmlformats.org/officeDocument/2006/relationships/slideLayout" Target="../slideLayouts/slideLayout3.xml"/><Relationship Id="rId16" Type="http://schemas.openxmlformats.org/officeDocument/2006/relationships/slideLayout" Target="../slideLayouts/slideLayout17.xml"/><Relationship Id="rId20" Type="http://schemas.openxmlformats.org/officeDocument/2006/relationships/slideLayout" Target="../slideLayouts/slideLayout21.xml"/><Relationship Id="rId29" Type="http://schemas.openxmlformats.org/officeDocument/2006/relationships/theme" Target="../theme/theme2.xml"/><Relationship Id="rId1" Type="http://schemas.openxmlformats.org/officeDocument/2006/relationships/slideLayout" Target="../slideLayouts/slideLayout2.xml"/><Relationship Id="rId6" Type="http://schemas.openxmlformats.org/officeDocument/2006/relationships/slideLayout" Target="../slideLayouts/slideLayout7.xml"/><Relationship Id="rId11" Type="http://schemas.openxmlformats.org/officeDocument/2006/relationships/slideLayout" Target="../slideLayouts/slideLayout12.xml"/><Relationship Id="rId24" Type="http://schemas.openxmlformats.org/officeDocument/2006/relationships/slideLayout" Target="../slideLayouts/slideLayout25.xml"/><Relationship Id="rId5" Type="http://schemas.openxmlformats.org/officeDocument/2006/relationships/slideLayout" Target="../slideLayouts/slideLayout6.xml"/><Relationship Id="rId15" Type="http://schemas.openxmlformats.org/officeDocument/2006/relationships/slideLayout" Target="../slideLayouts/slideLayout16.xml"/><Relationship Id="rId23" Type="http://schemas.openxmlformats.org/officeDocument/2006/relationships/slideLayout" Target="../slideLayouts/slideLayout24.xml"/><Relationship Id="rId28" Type="http://schemas.openxmlformats.org/officeDocument/2006/relationships/slideLayout" Target="../slideLayouts/slideLayout29.xml"/><Relationship Id="rId10" Type="http://schemas.openxmlformats.org/officeDocument/2006/relationships/slideLayout" Target="../slideLayouts/slideLayout11.xml"/><Relationship Id="rId19" Type="http://schemas.openxmlformats.org/officeDocument/2006/relationships/slideLayout" Target="../slideLayouts/slideLayout20.xml"/><Relationship Id="rId4" Type="http://schemas.openxmlformats.org/officeDocument/2006/relationships/slideLayout" Target="../slideLayouts/slideLayout5.xml"/><Relationship Id="rId9" Type="http://schemas.openxmlformats.org/officeDocument/2006/relationships/slideLayout" Target="../slideLayouts/slideLayout10.xml"/><Relationship Id="rId14" Type="http://schemas.openxmlformats.org/officeDocument/2006/relationships/slideLayout" Target="../slideLayouts/slideLayout15.xml"/><Relationship Id="rId22" Type="http://schemas.openxmlformats.org/officeDocument/2006/relationships/slideLayout" Target="../slideLayouts/slideLayout23.xml"/><Relationship Id="rId27" Type="http://schemas.openxmlformats.org/officeDocument/2006/relationships/slideLayout" Target="../slideLayouts/slideLayout28.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Tree>
  </p:cSld>
  <p:clrMap bg1="lt1" tx1="dk1" bg2="lt2" tx2="dk2" accent1="accent1" accent2="accent2" accent3="accent3" accent4="accent4" accent5="accent5" accent6="accent6" hlink="hlink" folHlink="folHlink"/>
  <p:sldLayoutIdLst>
    <p:sldLayoutId id="2147483649" r:id="rId1"/>
  </p:sldLayoutIdLst>
  <p:hf sldNum="0" hdr="0" ftr="0" dt="0"/>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Masters/slideMaster2.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a:extLst>
              <a:ext uri="{FF2B5EF4-FFF2-40B4-BE49-F238E27FC236}">
                <a16:creationId xmlns:a16="http://schemas.microsoft.com/office/drawing/2014/main" id="{475BFB69-9245-EC58-F1DE-FEB625BD336A}"/>
              </a:ext>
            </a:extLst>
          </p:cNvPr>
          <p:cNvSpPr>
            <a:spLocks noGrp="1"/>
          </p:cNvSpPr>
          <p:nvPr>
            <p:ph type="title"/>
          </p:nvPr>
        </p:nvSpPr>
        <p:spPr>
          <a:xfrm>
            <a:off x="182880" y="219456"/>
            <a:ext cx="10835640" cy="969264"/>
          </a:xfrm>
          <a:prstGeom prst="rect">
            <a:avLst/>
          </a:prstGeom>
        </p:spPr>
        <p:txBody>
          <a:bodyPr vert="horz" lIns="91440" tIns="45720" rIns="91440" bIns="45720" rtlCol="0" anchor="t">
            <a:normAutofit/>
          </a:bodyPr>
          <a:lstStyle/>
          <a:p>
            <a:r>
              <a:rPr lang="en-US"/>
              <a:t>Click to edit Master title style</a:t>
            </a:r>
            <a:endParaRPr lang="en-US" dirty="0"/>
          </a:p>
        </p:txBody>
      </p:sp>
      <p:sp>
        <p:nvSpPr>
          <p:cNvPr id="3" name="Text Placeholder 2">
            <a:extLst>
              <a:ext uri="{FF2B5EF4-FFF2-40B4-BE49-F238E27FC236}">
                <a16:creationId xmlns:a16="http://schemas.microsoft.com/office/drawing/2014/main" id="{5516AFD5-5144-C460-0CA4-644BC4A93C02}"/>
              </a:ext>
            </a:extLst>
          </p:cNvPr>
          <p:cNvSpPr>
            <a:spLocks noGrp="1"/>
          </p:cNvSpPr>
          <p:nvPr>
            <p:ph type="body" idx="1"/>
          </p:nvPr>
        </p:nvSpPr>
        <p:spPr>
          <a:xfrm>
            <a:off x="182880" y="1183206"/>
            <a:ext cx="10835640" cy="5088672"/>
          </a:xfrm>
          <a:prstGeom prst="rect">
            <a:avLst/>
          </a:prstGeom>
        </p:spPr>
        <p:txBody>
          <a:bodyPr vert="horz" lIns="91440" tIns="45720" rIns="91440" bIns="45720" rtlCol="0">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5" name="Footer Placeholder 4">
            <a:extLst>
              <a:ext uri="{FF2B5EF4-FFF2-40B4-BE49-F238E27FC236}">
                <a16:creationId xmlns:a16="http://schemas.microsoft.com/office/drawing/2014/main" id="{D4E1B7C8-DA74-800B-EE14-A39E9DB32DE4}"/>
              </a:ext>
            </a:extLst>
          </p:cNvPr>
          <p:cNvSpPr>
            <a:spLocks noGrp="1"/>
          </p:cNvSpPr>
          <p:nvPr>
            <p:ph type="ftr" sz="quarter" idx="3"/>
          </p:nvPr>
        </p:nvSpPr>
        <p:spPr>
          <a:xfrm>
            <a:off x="178704" y="6387128"/>
            <a:ext cx="2703777" cy="338328"/>
          </a:xfrm>
          <a:prstGeom prst="rect">
            <a:avLst/>
          </a:prstGeom>
        </p:spPr>
        <p:txBody>
          <a:bodyPr vert="horz" lIns="91440" tIns="45720" rIns="91440" bIns="45720" rtlCol="0" anchor="ctr"/>
          <a:lstStyle>
            <a:lvl1pPr algn="l">
              <a:defRPr sz="750">
                <a:solidFill>
                  <a:schemeClr val="tx1"/>
                </a:solidFill>
              </a:defRPr>
            </a:lvl1pPr>
          </a:lstStyle>
          <a:p>
            <a:r>
              <a:rPr lang="en-US"/>
              <a:t>Sample Footer Text</a:t>
            </a:r>
            <a:endParaRPr lang="en-US" dirty="0"/>
          </a:p>
        </p:txBody>
      </p:sp>
      <p:sp>
        <p:nvSpPr>
          <p:cNvPr id="4" name="Date Placeholder 3">
            <a:extLst>
              <a:ext uri="{FF2B5EF4-FFF2-40B4-BE49-F238E27FC236}">
                <a16:creationId xmlns:a16="http://schemas.microsoft.com/office/drawing/2014/main" id="{3995753E-AF8A-7E04-8A1A-205B755A0215}"/>
              </a:ext>
            </a:extLst>
          </p:cNvPr>
          <p:cNvSpPr>
            <a:spLocks noGrp="1"/>
          </p:cNvSpPr>
          <p:nvPr>
            <p:ph type="dt" sz="half" idx="2"/>
          </p:nvPr>
        </p:nvSpPr>
        <p:spPr>
          <a:xfrm>
            <a:off x="10477500" y="6387128"/>
            <a:ext cx="1032084" cy="338328"/>
          </a:xfrm>
          <a:prstGeom prst="rect">
            <a:avLst/>
          </a:prstGeom>
        </p:spPr>
        <p:txBody>
          <a:bodyPr vert="horz" lIns="91440" tIns="45720" rIns="91440" bIns="45720" rtlCol="0" anchor="ctr"/>
          <a:lstStyle>
            <a:lvl1pPr algn="r">
              <a:defRPr sz="750">
                <a:solidFill>
                  <a:schemeClr val="tx1"/>
                </a:solidFill>
              </a:defRPr>
            </a:lvl1pPr>
          </a:lstStyle>
          <a:p>
            <a:fld id="{7DA2CEDE-2AB4-4FB8-9551-E0AA4222B1A3}" type="datetime1">
              <a:rPr lang="en-US" smtClean="0"/>
              <a:pPr/>
              <a:t>9/2/2026</a:t>
            </a:fld>
            <a:endParaRPr lang="en-US" dirty="0"/>
          </a:p>
        </p:txBody>
      </p:sp>
      <p:sp>
        <p:nvSpPr>
          <p:cNvPr id="6" name="Slide Number Placeholder 5">
            <a:extLst>
              <a:ext uri="{FF2B5EF4-FFF2-40B4-BE49-F238E27FC236}">
                <a16:creationId xmlns:a16="http://schemas.microsoft.com/office/drawing/2014/main" id="{7AC1647D-0DF0-CA1B-F723-EF7B8F508DB7}"/>
              </a:ext>
            </a:extLst>
          </p:cNvPr>
          <p:cNvSpPr>
            <a:spLocks noGrp="1"/>
          </p:cNvSpPr>
          <p:nvPr>
            <p:ph type="sldNum" sz="quarter" idx="4"/>
          </p:nvPr>
        </p:nvSpPr>
        <p:spPr>
          <a:xfrm>
            <a:off x="11509584" y="6387128"/>
            <a:ext cx="457200" cy="338328"/>
          </a:xfrm>
          <a:prstGeom prst="rect">
            <a:avLst/>
          </a:prstGeom>
        </p:spPr>
        <p:txBody>
          <a:bodyPr vert="horz" lIns="91440" tIns="45720" rIns="91440" bIns="45720" rtlCol="0" anchor="ctr"/>
          <a:lstStyle>
            <a:lvl1pPr algn="r">
              <a:defRPr sz="750">
                <a:solidFill>
                  <a:schemeClr val="tx1"/>
                </a:solidFill>
              </a:defRPr>
            </a:lvl1pPr>
          </a:lstStyle>
          <a:p>
            <a:fld id="{5E0677F5-4A8A-4BF1-96BE-3BAE8FBAFE2E}" type="slidenum">
              <a:rPr lang="en-US" smtClean="0"/>
              <a:pPr/>
              <a:t>‹#›</a:t>
            </a:fld>
            <a:endParaRPr lang="en-US" dirty="0"/>
          </a:p>
        </p:txBody>
      </p:sp>
    </p:spTree>
    <p:extLst>
      <p:ext uri="{BB962C8B-B14F-4D97-AF65-F5344CB8AC3E}">
        <p14:creationId xmlns:p14="http://schemas.microsoft.com/office/powerpoint/2010/main" val="1212667776"/>
      </p:ext>
    </p:extLst>
  </p:cSld>
  <p:clrMap bg1="lt1" tx1="dk1" bg2="lt2" tx2="dk2" accent1="accent1" accent2="accent2" accent3="accent3" accent4="accent4" accent5="accent5" accent6="accent6" hlink="hlink" folHlink="folHlink"/>
  <p:sldLayoutIdLst>
    <p:sldLayoutId id="2147483651" r:id="rId1"/>
    <p:sldLayoutId id="2147483652" r:id="rId2"/>
    <p:sldLayoutId id="2147483653" r:id="rId3"/>
    <p:sldLayoutId id="2147483654" r:id="rId4"/>
    <p:sldLayoutId id="2147483655" r:id="rId5"/>
    <p:sldLayoutId id="2147483656" r:id="rId6"/>
    <p:sldLayoutId id="2147483657" r:id="rId7"/>
    <p:sldLayoutId id="2147483658" r:id="rId8"/>
    <p:sldLayoutId id="2147483659" r:id="rId9"/>
    <p:sldLayoutId id="2147483660" r:id="rId10"/>
    <p:sldLayoutId id="2147483661" r:id="rId11"/>
    <p:sldLayoutId id="2147483662" r:id="rId12"/>
    <p:sldLayoutId id="2147483663" r:id="rId13"/>
    <p:sldLayoutId id="2147483664" r:id="rId14"/>
    <p:sldLayoutId id="2147483665" r:id="rId15"/>
    <p:sldLayoutId id="2147483666" r:id="rId16"/>
    <p:sldLayoutId id="2147483667" r:id="rId17"/>
    <p:sldLayoutId id="2147483668" r:id="rId18"/>
    <p:sldLayoutId id="2147483669" r:id="rId19"/>
    <p:sldLayoutId id="2147483670" r:id="rId20"/>
    <p:sldLayoutId id="2147483671" r:id="rId21"/>
    <p:sldLayoutId id="2147483672" r:id="rId22"/>
    <p:sldLayoutId id="2147483673" r:id="rId23"/>
    <p:sldLayoutId id="2147483674" r:id="rId24"/>
    <p:sldLayoutId id="2147483675" r:id="rId25"/>
    <p:sldLayoutId id="2147483676" r:id="rId26"/>
    <p:sldLayoutId id="2147483677" r:id="rId27"/>
    <p:sldLayoutId id="2147483678" r:id="rId28"/>
  </p:sldLayoutIdLst>
  <p:hf sldNum="0" hdr="0" ftr="0" dt="0"/>
  <p:txStyles>
    <p:titleStyle>
      <a:lvl1pPr algn="l" defTabSz="914400" rtl="0" eaLnBrk="1" latinLnBrk="0" hangingPunct="1">
        <a:lnSpc>
          <a:spcPct val="85000"/>
        </a:lnSpc>
        <a:spcBef>
          <a:spcPct val="0"/>
        </a:spcBef>
        <a:buNone/>
        <a:defRPr sz="3000" b="0" kern="1200" spc="-100" baseline="0">
          <a:solidFill>
            <a:schemeClr val="tx1"/>
          </a:solidFill>
          <a:latin typeface="+mj-lt"/>
          <a:ea typeface="+mj-ea"/>
          <a:cs typeface="+mj-cs"/>
        </a:defRPr>
      </a:lvl1pPr>
    </p:titleStyle>
    <p:bodyStyle>
      <a:lvl1pPr marL="285750" indent="-285750" algn="l" defTabSz="914400" rtl="0" eaLnBrk="1" latinLnBrk="0" hangingPunct="1">
        <a:lnSpc>
          <a:spcPct val="120000"/>
        </a:lnSpc>
        <a:spcBef>
          <a:spcPts val="1000"/>
        </a:spcBef>
        <a:buFont typeface="Arial" panose="020B0604020202020204" pitchFamily="34" charset="0"/>
        <a:buChar char="•"/>
        <a:defRPr sz="1400" kern="1200">
          <a:solidFill>
            <a:schemeClr val="tx1"/>
          </a:solidFill>
          <a:latin typeface="+mn-lt"/>
          <a:ea typeface="+mn-ea"/>
          <a:cs typeface="+mn-cs"/>
        </a:defRPr>
      </a:lvl1pPr>
      <a:lvl2pPr marL="514350" indent="-285750" algn="l" defTabSz="914400" rtl="0" eaLnBrk="1" latinLnBrk="0" hangingPunct="1">
        <a:lnSpc>
          <a:spcPct val="120000"/>
        </a:lnSpc>
        <a:spcBef>
          <a:spcPts val="500"/>
        </a:spcBef>
        <a:buFont typeface="Arial" panose="020B0604020202020204" pitchFamily="34" charset="0"/>
        <a:buChar char="•"/>
        <a:defRPr sz="1400" kern="1200">
          <a:solidFill>
            <a:schemeClr val="tx1"/>
          </a:solidFill>
          <a:latin typeface="+mn-lt"/>
          <a:ea typeface="+mn-ea"/>
          <a:cs typeface="+mn-cs"/>
        </a:defRPr>
      </a:lvl2pPr>
      <a:lvl3pPr marL="742950" indent="-285750" algn="l" defTabSz="914400" rtl="0" eaLnBrk="1" latinLnBrk="0" hangingPunct="1">
        <a:lnSpc>
          <a:spcPct val="120000"/>
        </a:lnSpc>
        <a:spcBef>
          <a:spcPts val="500"/>
        </a:spcBef>
        <a:buFont typeface="Arial" panose="020B0604020202020204" pitchFamily="34" charset="0"/>
        <a:buChar char="•"/>
        <a:defRPr sz="1400" kern="1200">
          <a:solidFill>
            <a:schemeClr val="tx1"/>
          </a:solidFill>
          <a:latin typeface="+mn-lt"/>
          <a:ea typeface="+mn-ea"/>
          <a:cs typeface="+mn-cs"/>
        </a:defRPr>
      </a:lvl3pPr>
      <a:lvl4pPr marL="971550" indent="-285750" algn="l" defTabSz="914400" rtl="0" eaLnBrk="1" latinLnBrk="0" hangingPunct="1">
        <a:lnSpc>
          <a:spcPct val="120000"/>
        </a:lnSpc>
        <a:spcBef>
          <a:spcPts val="500"/>
        </a:spcBef>
        <a:buFont typeface="Arial" panose="020B0604020202020204" pitchFamily="34" charset="0"/>
        <a:buChar char="•"/>
        <a:defRPr sz="1400" kern="1200">
          <a:solidFill>
            <a:schemeClr val="tx1"/>
          </a:solidFill>
          <a:latin typeface="+mn-lt"/>
          <a:ea typeface="+mn-ea"/>
          <a:cs typeface="+mn-cs"/>
        </a:defRPr>
      </a:lvl4pPr>
      <a:lvl5pPr marL="1200150" indent="-285750" algn="l" defTabSz="914400" rtl="0" eaLnBrk="1" latinLnBrk="0" hangingPunct="1">
        <a:lnSpc>
          <a:spcPct val="120000"/>
        </a:lnSpc>
        <a:spcBef>
          <a:spcPts val="500"/>
        </a:spcBef>
        <a:buFont typeface="Arial" panose="020B0604020202020204" pitchFamily="34" charset="0"/>
        <a:buChar char="•"/>
        <a:defRPr sz="14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extLst>
    <p:ext uri="{27BBF7A9-308A-43DC-89C8-2F10F3537804}">
      <p15:sldGuideLst xmlns:p15="http://schemas.microsoft.com/office/powerpoint/2012/main">
        <p15:guide id="3" pos="168">
          <p15:clr>
            <a:srgbClr val="F26B43"/>
          </p15:clr>
        </p15:guide>
        <p15:guide id="4" orient="horz" pos="168">
          <p15:clr>
            <a:srgbClr val="F26B43"/>
          </p15:clr>
        </p15:guide>
        <p15:guide id="5" pos="7512">
          <p15:clr>
            <a:srgbClr val="F26B43"/>
          </p15:clr>
        </p15:guide>
        <p15:guide id="6" orient="horz" pos="4152">
          <p15:clr>
            <a:srgbClr val="F26B43"/>
          </p15:clr>
        </p15:guide>
        <p15:guide id="12" pos="4728">
          <p15:clr>
            <a:srgbClr val="F26B43"/>
          </p15:clr>
        </p15:guide>
        <p15:guide id="13" pos="5328">
          <p15:clr>
            <a:srgbClr val="F26B43"/>
          </p15:clr>
        </p15:guide>
        <p15:guide id="26" pos="2952">
          <p15:clr>
            <a:srgbClr val="F26B43"/>
          </p15:clr>
        </p15:guide>
        <p15:guide id="27" pos="3096">
          <p15:clr>
            <a:srgbClr val="F26B43"/>
          </p15:clr>
        </p15:guide>
        <p15:guide id="29" pos="4128">
          <p15:clr>
            <a:srgbClr val="F26B43"/>
          </p15:clr>
        </p15:guide>
        <p15:guide id="30" pos="1392">
          <p15:clr>
            <a:srgbClr val="F26B43"/>
          </p15:clr>
        </p15:guide>
        <p15:guide id="31" pos="864">
          <p15:clr>
            <a:srgbClr val="F26B43"/>
          </p15:clr>
        </p15:guide>
      </p15:sldGuideLst>
    </p:ext>
  </p:extLst>
</p:sldMaster>
</file>

<file path=ppt/slides/_rels/slide1.xml.rels><?xml version="1.0" encoding="UTF-8" standalone="yes"?>
<Relationships xmlns="http://schemas.openxmlformats.org/package/2006/relationships"><Relationship Id="rId3" Type="http://schemas.openxmlformats.org/officeDocument/2006/relationships/image" Target="../media/image7.png"/><Relationship Id="rId7" Type="http://schemas.openxmlformats.org/officeDocument/2006/relationships/image" Target="../media/image10.png"/><Relationship Id="rId2" Type="http://schemas.openxmlformats.org/officeDocument/2006/relationships/notesSlide" Target="../notesSlides/notesSlide1.xml"/><Relationship Id="rId1" Type="http://schemas.openxmlformats.org/officeDocument/2006/relationships/slideLayout" Target="../slideLayouts/slideLayout1.xml"/><Relationship Id="rId6" Type="http://schemas.microsoft.com/office/2017/06/relationships/model3d" Target="../media/model3d1.glb"/><Relationship Id="rId5" Type="http://schemas.openxmlformats.org/officeDocument/2006/relationships/image" Target="../media/image9.gif"/><Relationship Id="rId4" Type="http://schemas.openxmlformats.org/officeDocument/2006/relationships/image" Target="../media/image8.svg"/></Relationships>
</file>

<file path=ppt/slides/_rels/slide2.xml.rels><?xml version="1.0" encoding="UTF-8" standalone="yes"?>
<Relationships xmlns="http://schemas.openxmlformats.org/package/2006/relationships"><Relationship Id="rId3" Type="http://schemas.openxmlformats.org/officeDocument/2006/relationships/image" Target="../media/image11.png"/><Relationship Id="rId2" Type="http://schemas.openxmlformats.org/officeDocument/2006/relationships/notesSlide" Target="../notesSlides/notesSlide2.xml"/><Relationship Id="rId1" Type="http://schemas.openxmlformats.org/officeDocument/2006/relationships/slideLayout" Target="../slideLayouts/slideLayout29.xml"/><Relationship Id="rId6" Type="http://schemas.openxmlformats.org/officeDocument/2006/relationships/image" Target="../media/image14.png"/><Relationship Id="rId5" Type="http://schemas.openxmlformats.org/officeDocument/2006/relationships/image" Target="../media/image13.png"/><Relationship Id="rId4" Type="http://schemas.openxmlformats.org/officeDocument/2006/relationships/image" Target="../media/image12.png"/></Relationships>
</file>

<file path=ppt/slides/_rels/slide3.xml.rels><?xml version="1.0" encoding="UTF-8" standalone="yes"?>
<Relationships xmlns="http://schemas.openxmlformats.org/package/2006/relationships"><Relationship Id="rId8" Type="http://schemas.openxmlformats.org/officeDocument/2006/relationships/image" Target="../media/image18.png"/><Relationship Id="rId3" Type="http://schemas.openxmlformats.org/officeDocument/2006/relationships/image" Target="../media/image9.gif"/><Relationship Id="rId7" Type="http://schemas.microsoft.com/office/2017/06/relationships/model3d" Target="../media/model3d1.glb"/><Relationship Id="rId2" Type="http://schemas.openxmlformats.org/officeDocument/2006/relationships/notesSlide" Target="../notesSlides/notesSlide3.xml"/><Relationship Id="rId1" Type="http://schemas.openxmlformats.org/officeDocument/2006/relationships/slideLayout" Target="../slideLayouts/slideLayout1.xml"/><Relationship Id="rId6" Type="http://schemas.openxmlformats.org/officeDocument/2006/relationships/image" Target="../media/image17.png"/><Relationship Id="rId5" Type="http://schemas.openxmlformats.org/officeDocument/2006/relationships/image" Target="../media/image16.png"/><Relationship Id="rId4" Type="http://schemas.openxmlformats.org/officeDocument/2006/relationships/image" Target="../media/image15.png"/></Relationships>
</file>

<file path=ppt/slides/_rels/slide4.xml.rels><?xml version="1.0" encoding="UTF-8" standalone="yes"?>
<Relationships xmlns="http://schemas.openxmlformats.org/package/2006/relationships"><Relationship Id="rId8" Type="http://schemas.openxmlformats.org/officeDocument/2006/relationships/image" Target="../media/image20.png"/><Relationship Id="rId3" Type="http://schemas.openxmlformats.org/officeDocument/2006/relationships/image" Target="../media/image15.png"/><Relationship Id="rId7" Type="http://schemas.openxmlformats.org/officeDocument/2006/relationships/image" Target="../media/image19.png"/><Relationship Id="rId2" Type="http://schemas.openxmlformats.org/officeDocument/2006/relationships/notesSlide" Target="../notesSlides/notesSlide4.xml"/><Relationship Id="rId1" Type="http://schemas.openxmlformats.org/officeDocument/2006/relationships/slideLayout" Target="../slideLayouts/slideLayout1.xml"/><Relationship Id="rId6" Type="http://schemas.microsoft.com/office/2017/06/relationships/model3d" Target="../media/model3d1.glb"/><Relationship Id="rId5" Type="http://schemas.openxmlformats.org/officeDocument/2006/relationships/image" Target="../media/image17.png"/><Relationship Id="rId4" Type="http://schemas.openxmlformats.org/officeDocument/2006/relationships/image" Target="../media/image16.png"/></Relationships>
</file>

<file path=ppt/slides/_rels/slide5.xml.rels><?xml version="1.0" encoding="UTF-8" standalone="yes"?>
<Relationships xmlns="http://schemas.openxmlformats.org/package/2006/relationships"><Relationship Id="rId3" Type="http://schemas.openxmlformats.org/officeDocument/2006/relationships/image" Target="../media/image20.png"/><Relationship Id="rId2" Type="http://schemas.openxmlformats.org/officeDocument/2006/relationships/notesSlide" Target="../notesSlides/notesSlide5.xml"/><Relationship Id="rId1" Type="http://schemas.openxmlformats.org/officeDocument/2006/relationships/slideLayout" Target="../slideLayouts/slideLayout1.xml"/></Relationships>
</file>

<file path=ppt/slides/_rels/slide6.xml.rels><?xml version="1.0" encoding="UTF-8" standalone="yes"?>
<Relationships xmlns="http://schemas.openxmlformats.org/package/2006/relationships"><Relationship Id="rId3" Type="http://schemas.openxmlformats.org/officeDocument/2006/relationships/image" Target="../media/image21.png"/><Relationship Id="rId2" Type="http://schemas.openxmlformats.org/officeDocument/2006/relationships/notesSlide" Target="../notesSlides/notesSlide6.xml"/><Relationship Id="rId1" Type="http://schemas.openxmlformats.org/officeDocument/2006/relationships/slideLayout" Target="../slideLayouts/slideLayout1.xml"/></Relationships>
</file>

<file path=ppt/slides/_rels/slide7.xml.rels><?xml version="1.0" encoding="UTF-8" standalone="yes"?>
<Relationships xmlns="http://schemas.openxmlformats.org/package/2006/relationships"><Relationship Id="rId3" Type="http://schemas.openxmlformats.org/officeDocument/2006/relationships/image" Target="../media/image22.png"/><Relationship Id="rId2" Type="http://schemas.openxmlformats.org/officeDocument/2006/relationships/notesSlide" Target="../notesSlides/notesSlide7.xml"/><Relationship Id="rId1" Type="http://schemas.openxmlformats.org/officeDocument/2006/relationships/slideLayout" Target="../slideLayouts/slideLayout1.xml"/><Relationship Id="rId5" Type="http://schemas.openxmlformats.org/officeDocument/2006/relationships/image" Target="../media/image20.png"/><Relationship Id="rId4" Type="http://schemas.openxmlformats.org/officeDocument/2006/relationships/image" Target="../media/image23.png"/></Relationships>
</file>

<file path=ppt/slides/_rels/slide8.xml.rels><?xml version="1.0" encoding="UTF-8" standalone="yes"?>
<Relationships xmlns="http://schemas.openxmlformats.org/package/2006/relationships"><Relationship Id="rId3" Type="http://schemas.openxmlformats.org/officeDocument/2006/relationships/chart" Target="../charts/chart1.xml"/><Relationship Id="rId2" Type="http://schemas.openxmlformats.org/officeDocument/2006/relationships/notesSlide" Target="../notesSlides/notesSlide8.xml"/><Relationship Id="rId1" Type="http://schemas.openxmlformats.org/officeDocument/2006/relationships/slideLayout" Target="../slideLayouts/slideLayout1.xml"/></Relationships>
</file>

<file path=ppt/slides/_rels/slide9.xml.rels><?xml version="1.0" encoding="UTF-8" standalone="yes"?>
<Relationships xmlns="http://schemas.openxmlformats.org/package/2006/relationships"><Relationship Id="rId3" Type="http://schemas.openxmlformats.org/officeDocument/2006/relationships/chart" Target="../charts/chart2.xml"/><Relationship Id="rId2" Type="http://schemas.openxmlformats.org/officeDocument/2006/relationships/notesSlide" Target="../notesSlides/notesSlide9.xml"/><Relationship Id="rId1" Type="http://schemas.openxmlformats.org/officeDocument/2006/relationships/slideLayout" Target="../slideLayouts/slideLayout1.xml"/><Relationship Id="rId4" Type="http://schemas.openxmlformats.org/officeDocument/2006/relationships/chart" Target="../charts/chart3.xml"/></Relationships>
</file>

<file path=ppt/slides/_rels/slide10.xml.rels><?xml version="1.0" encoding="UTF-8" standalone="yes"?>
<Relationships xmlns="http://schemas.openxmlformats.org/package/2006/relationships"><Relationship Id="rId2" Type="http://schemas.openxmlformats.org/officeDocument/2006/relationships/notesSlide" Target="../notesSlides/notesSlide10.xml"/><Relationship Id="rId1" Type="http://schemas.openxmlformats.org/officeDocument/2006/relationships/slideLayout" Target="../slideLayouts/slideLayout1.xml"/></Relationships>
</file>

<file path=ppt/slides/_rels/slide11.xml.rels><?xml version="1.0" encoding="UTF-8" standalone="yes"?>
<Relationships xmlns="http://schemas.openxmlformats.org/package/2006/relationships"><Relationship Id="rId2" Type="http://schemas.openxmlformats.org/officeDocument/2006/relationships/notesSlide" Target="../notesSlides/notesSlide11.xml"/><Relationship Id="rId1" Type="http://schemas.openxmlformats.org/officeDocument/2006/relationships/slideLayout" Target="../slideLayouts/slideLayout1.xml"/></Relationships>
</file>

<file path=ppt/slides/_rels/slide12.xml.rels><?xml version="1.0" encoding="UTF-8" standalone="yes"?>
<Relationships xmlns="http://schemas.openxmlformats.org/package/2006/relationships"><Relationship Id="rId3" Type="http://schemas.openxmlformats.org/officeDocument/2006/relationships/chart" Target="../charts/chart4.xml"/><Relationship Id="rId2" Type="http://schemas.openxmlformats.org/officeDocument/2006/relationships/notesSlide" Target="../notesSlides/notesSlide12.xml"/><Relationship Id="rId1" Type="http://schemas.openxmlformats.org/officeDocument/2006/relationships/slideLayout" Target="../slideLayouts/slideLayout1.xml"/></Relationships>
</file>

<file path=ppt/slides/_rels/slide13.xml.rels><?xml version="1.0" encoding="UTF-8" standalone="yes"?>
<Relationships xmlns="http://schemas.openxmlformats.org/package/2006/relationships"><Relationship Id="rId3" Type="http://schemas.openxmlformats.org/officeDocument/2006/relationships/chart" Target="../charts/chart5.xml"/><Relationship Id="rId2" Type="http://schemas.openxmlformats.org/officeDocument/2006/relationships/notesSlide" Target="../notesSlides/notesSlide13.xml"/><Relationship Id="rId1" Type="http://schemas.openxmlformats.org/officeDocument/2006/relationships/slideLayout" Target="../slideLayouts/slideLayout1.xml"/></Relationships>
</file>

<file path=ppt/slides/_rels/slide14.xml.rels><?xml version="1.0" encoding="UTF-8" standalone="yes"?>
<Relationships xmlns="http://schemas.openxmlformats.org/package/2006/relationships"><Relationship Id="rId2" Type="http://schemas.openxmlformats.org/officeDocument/2006/relationships/notesSlide" Target="../notesSlides/notesSlide14.xml"/><Relationship Id="rId1" Type="http://schemas.openxmlformats.org/officeDocument/2006/relationships/slideLayout" Target="../slideLayouts/slideLayout1.xml"/></Relationships>
</file>

<file path=ppt/slides/_rels/slide15.xml.rels><?xml version="1.0" encoding="UTF-8" standalone="yes"?>
<Relationships xmlns="http://schemas.openxmlformats.org/package/2006/relationships"><Relationship Id="rId3" Type="http://schemas.openxmlformats.org/officeDocument/2006/relationships/image" Target="../media/image24.png"/><Relationship Id="rId2" Type="http://schemas.openxmlformats.org/officeDocument/2006/relationships/notesSlide" Target="../notesSlides/notesSlide15.xml"/><Relationship Id="rId1" Type="http://schemas.openxmlformats.org/officeDocument/2006/relationships/slideLayout" Target="../slideLayouts/slideLayout1.xml"/></Relationships>
</file>

<file path=ppt/slides/_rels/slide16.xml.rels><?xml version="1.0" encoding="UTF-8" standalone="yes"?>
<Relationships xmlns="http://schemas.openxmlformats.org/package/2006/relationships"><Relationship Id="rId2" Type="http://schemas.openxmlformats.org/officeDocument/2006/relationships/notesSlide" Target="../notesSlides/notesSlide16.xml"/><Relationship Id="rId1" Type="http://schemas.openxmlformats.org/officeDocument/2006/relationships/slideLayout" Target="../slideLayouts/slideLayout1.xml"/></Relationships>
</file>

<file path=ppt/slides/_rels/slide17.xml.rels><?xml version="1.0" encoding="UTF-8" standalone="yes"?>
<Relationships xmlns="http://schemas.openxmlformats.org/package/2006/relationships"><Relationship Id="rId2" Type="http://schemas.openxmlformats.org/officeDocument/2006/relationships/notesSlide" Target="../notesSlides/notesSlide17.xml"/><Relationship Id="rId1" Type="http://schemas.openxmlformats.org/officeDocument/2006/relationships/slideLayout" Target="../slideLayouts/slideLayout1.xml"/></Relationships>
</file>

<file path=ppt/slides/_rels/slide18.xml.rels><?xml version="1.0" encoding="UTF-8" standalone="yes"?>
<Relationships xmlns="http://schemas.openxmlformats.org/package/2006/relationships"><Relationship Id="rId2" Type="http://schemas.openxmlformats.org/officeDocument/2006/relationships/notesSlide" Target="../notesSlides/notesSlide18.xml"/><Relationship Id="rId1" Type="http://schemas.openxmlformats.org/officeDocument/2006/relationships/slideLayout" Target="../slideLayouts/slideLayout1.xml"/></Relationships>
</file>

<file path=ppt/slides/slide1.xml><?xml version="1.0" encoding="utf-8"?>
<p:sld xmlns:a="http://schemas.openxmlformats.org/drawingml/2006/main" xmlns:r="http://schemas.openxmlformats.org/officeDocument/2006/relationships" xmlns:p="http://schemas.openxmlformats.org/presentationml/2006/main">
  <p:cSld name="Slide 1">
    <p:bg>
      <p:bgPr>
        <a:solidFill>
          <a:srgbClr val="193EB0"/>
        </a:solidFill>
        <a:effectLst/>
      </p:bgPr>
    </p:bg>
    <p:spTree>
      <p:nvGrpSpPr>
        <p:cNvPr id="1" name=""/>
        <p:cNvGrpSpPr/>
        <p:nvPr/>
      </p:nvGrpSpPr>
      <p:grpSpPr>
        <a:xfrm>
          <a:off x="0" y="0"/>
          <a:ext cx="0" cy="0"/>
          <a:chOff x="0" y="0"/>
          <a:chExt cx="0" cy="0"/>
        </a:xfrm>
      </p:grpSpPr>
      <p:sp>
        <p:nvSpPr>
          <p:cNvPr id="5" name="Text 3"/>
          <p:cNvSpPr txBox="1"/>
          <p:nvPr/>
        </p:nvSpPr>
        <p:spPr>
          <a:xfrm>
            <a:off x="822960" y="2194560"/>
            <a:ext cx="9601200" cy="1737360"/>
          </a:xfrm>
          <a:prstGeom prst="rect">
            <a:avLst/>
          </a:prstGeom>
          <a:noFill/>
          <a:ln/>
        </p:spPr>
        <p:txBody>
          <a:bodyPr wrap="square" rtlCol="0" anchor="ctr"/>
          <a:lstStyle/>
          <a:p>
            <a:pPr marL="0" indent="0">
              <a:lnSpc>
                <a:spcPct val="105000"/>
              </a:lnSpc>
              <a:buNone/>
            </a:pPr>
            <a:r>
              <a:rPr lang="en-US" sz="4000" b="1" dirty="0">
                <a:solidFill>
                  <a:srgbClr val="FFFFFF"/>
                </a:solidFill>
                <a:latin typeface="Arial" pitchFamily="34" charset="0"/>
                <a:ea typeface="Arial" pitchFamily="34" charset="-122"/>
                <a:cs typeface="Arial" pitchFamily="34" charset="-120"/>
              </a:rPr>
              <a:t>Metro Interstate Traffic</a:t>
            </a:r>
            <a:endParaRPr lang="en-US" sz="4000" dirty="0"/>
          </a:p>
          <a:p>
            <a:pPr marL="0" indent="0">
              <a:lnSpc>
                <a:spcPct val="105000"/>
              </a:lnSpc>
              <a:buNone/>
            </a:pPr>
            <a:r>
              <a:rPr lang="en-US" sz="4000" b="1" dirty="0">
                <a:solidFill>
                  <a:srgbClr val="FFFFFF"/>
                </a:solidFill>
                <a:latin typeface="Arial" pitchFamily="34" charset="0"/>
                <a:ea typeface="Arial" pitchFamily="34" charset="-122"/>
                <a:cs typeface="Arial" pitchFamily="34" charset="-120"/>
              </a:rPr>
              <a:t>Volume Prediction &amp; Analysis</a:t>
            </a:r>
            <a:endParaRPr lang="en-US" sz="4000" dirty="0"/>
          </a:p>
        </p:txBody>
      </p:sp>
      <p:sp>
        <p:nvSpPr>
          <p:cNvPr id="6" name="Text 4"/>
          <p:cNvSpPr txBox="1"/>
          <p:nvPr/>
        </p:nvSpPr>
        <p:spPr>
          <a:xfrm>
            <a:off x="841248" y="3794760"/>
            <a:ext cx="8686800" cy="457200"/>
          </a:xfrm>
          <a:prstGeom prst="rect">
            <a:avLst/>
          </a:prstGeom>
          <a:noFill/>
          <a:ln/>
        </p:spPr>
        <p:txBody>
          <a:bodyPr wrap="square" rtlCol="0" anchor="ctr"/>
          <a:lstStyle/>
          <a:p>
            <a:pPr marL="0" indent="0">
              <a:buNone/>
            </a:pPr>
            <a:r>
              <a:rPr lang="en-US" sz="1500" i="1" dirty="0">
                <a:solidFill>
                  <a:srgbClr val="CBD8F5"/>
                </a:solidFill>
                <a:latin typeface="Arial" pitchFamily="34" charset="0"/>
                <a:ea typeface="Arial" pitchFamily="34" charset="-122"/>
                <a:cs typeface="Arial" pitchFamily="34" charset="-120"/>
              </a:rPr>
              <a:t>A deployed, end-to-end forecasting system for hourly I-94 traffic volume</a:t>
            </a:r>
            <a:endParaRPr lang="en-US" sz="1500" dirty="0"/>
          </a:p>
        </p:txBody>
      </p:sp>
      <p:sp>
        <p:nvSpPr>
          <p:cNvPr id="12" name="Freeform 2">
            <a:extLst>
              <a:ext uri="{FF2B5EF4-FFF2-40B4-BE49-F238E27FC236}">
                <a16:creationId xmlns:a16="http://schemas.microsoft.com/office/drawing/2014/main" id="{02A14DFE-EBC0-2DA9-A2F3-51B2E9963816}"/>
              </a:ext>
            </a:extLst>
          </p:cNvPr>
          <p:cNvSpPr/>
          <p:nvPr/>
        </p:nvSpPr>
        <p:spPr>
          <a:xfrm>
            <a:off x="10185296" y="207428"/>
            <a:ext cx="1599011" cy="524091"/>
          </a:xfrm>
          <a:custGeom>
            <a:avLst/>
            <a:gdLst/>
            <a:ahLst/>
            <a:cxnLst/>
            <a:rect l="l" t="t" r="r" b="b"/>
            <a:pathLst>
              <a:path w="1599011" h="524091">
                <a:moveTo>
                  <a:pt x="0" y="0"/>
                </a:moveTo>
                <a:lnTo>
                  <a:pt x="1599011" y="0"/>
                </a:lnTo>
                <a:lnTo>
                  <a:pt x="1599011" y="524091"/>
                </a:lnTo>
                <a:lnTo>
                  <a:pt x="0" y="524091"/>
                </a:lnTo>
                <a:lnTo>
                  <a:pt x="0" y="0"/>
                </a:lnTo>
                <a:close/>
              </a:path>
            </a:pathLst>
          </a:custGeom>
          <a:blipFill>
            <a:blip r:embed="rId3"/>
            <a:stretch>
              <a:fillRect/>
            </a:stretch>
          </a:blipFill>
        </p:spPr>
        <p:txBody>
          <a:bodyPr/>
          <a:lstStyle/>
          <a:p>
            <a:endParaRPr lang="en-US"/>
          </a:p>
        </p:txBody>
      </p:sp>
      <p:sp>
        <p:nvSpPr>
          <p:cNvPr id="13" name="Freeform 3">
            <a:extLst>
              <a:ext uri="{FF2B5EF4-FFF2-40B4-BE49-F238E27FC236}">
                <a16:creationId xmlns:a16="http://schemas.microsoft.com/office/drawing/2014/main" id="{0984F217-73DC-CA08-CB5E-779CB21B2252}"/>
              </a:ext>
            </a:extLst>
          </p:cNvPr>
          <p:cNvSpPr/>
          <p:nvPr/>
        </p:nvSpPr>
        <p:spPr>
          <a:xfrm>
            <a:off x="841248" y="469474"/>
            <a:ext cx="1360963" cy="210192"/>
          </a:xfrm>
          <a:custGeom>
            <a:avLst/>
            <a:gdLst/>
            <a:ahLst/>
            <a:cxnLst/>
            <a:rect l="l" t="t" r="r" b="b"/>
            <a:pathLst>
              <a:path w="1360963" h="210192">
                <a:moveTo>
                  <a:pt x="0" y="0"/>
                </a:moveTo>
                <a:lnTo>
                  <a:pt x="1360963" y="0"/>
                </a:lnTo>
                <a:lnTo>
                  <a:pt x="1360963" y="210192"/>
                </a:lnTo>
                <a:lnTo>
                  <a:pt x="0" y="210192"/>
                </a:lnTo>
                <a:lnTo>
                  <a:pt x="0" y="0"/>
                </a:lnTo>
                <a:close/>
              </a:path>
            </a:pathLst>
          </a:custGeom>
          <a:blipFill>
            <a:blip>
              <a:extLst>
                <a:ext uri="{96DAC541-7B7A-43D3-8B79-37D633B846F1}">
                  <asvg:svgBlip xmlns:asvg="http://schemas.microsoft.com/office/drawing/2016/SVG/main" r:embed="rId4"/>
                </a:ext>
              </a:extLst>
            </a:blip>
            <a:stretch>
              <a:fillRect/>
            </a:stretch>
          </a:blipFill>
        </p:spPr>
        <p:txBody>
          <a:bodyPr/>
          <a:lstStyle/>
          <a:p>
            <a:endParaRPr lang="en-US"/>
          </a:p>
        </p:txBody>
      </p:sp>
      <p:pic>
        <p:nvPicPr>
          <p:cNvPr id="17" name="Google Shape;229;p27">
            <a:extLst>
              <a:ext uri="{FF2B5EF4-FFF2-40B4-BE49-F238E27FC236}">
                <a16:creationId xmlns:a16="http://schemas.microsoft.com/office/drawing/2014/main" id="{E3A5E1AA-AD49-7E87-4A05-A4F90B26AD82}"/>
              </a:ext>
            </a:extLst>
          </p:cNvPr>
          <p:cNvPicPr preferRelativeResize="0"/>
          <p:nvPr/>
        </p:nvPicPr>
        <p:blipFill rotWithShape="1">
          <a:blip r:embed="rId5">
            <a:alphaModFix/>
          </a:blip>
          <a:srcRect/>
          <a:stretch/>
        </p:blipFill>
        <p:spPr>
          <a:xfrm>
            <a:off x="9457851" y="1943100"/>
            <a:ext cx="984597" cy="2971799"/>
          </a:xfrm>
          <a:prstGeom prst="rect">
            <a:avLst/>
          </a:prstGeom>
          <a:noFill/>
          <a:ln>
            <a:noFill/>
          </a:ln>
        </p:spPr>
      </p:pic>
      <mc:AlternateContent xmlns:mc="http://schemas.openxmlformats.org/markup-compatibility/2006">
        <mc:Choice xmlns:am3d="http://schemas.microsoft.com/office/drawing/2017/model3d" Requires="am3d">
          <p:graphicFrame>
            <p:nvGraphicFramePr>
              <p:cNvPr id="19" name="3D Model 18">
                <a:extLst>
                  <a:ext uri="{FF2B5EF4-FFF2-40B4-BE49-F238E27FC236}">
                    <a16:creationId xmlns:a16="http://schemas.microsoft.com/office/drawing/2014/main" id="{A62EF0BD-B0FF-D519-8020-89332F6DEAFB}"/>
                  </a:ext>
                </a:extLst>
              </p:cNvPr>
              <p:cNvGraphicFramePr>
                <a:graphicFrameLocks noChangeAspect="1"/>
              </p:cNvGraphicFramePr>
              <p:nvPr>
                <p:extLst>
                  <p:ext uri="{D42A27DB-BD31-4B8C-83A1-F6EECF244321}">
                    <p14:modId xmlns:p14="http://schemas.microsoft.com/office/powerpoint/2010/main" val="2407894218"/>
                  </p:ext>
                </p:extLst>
              </p:nvPr>
            </p:nvGraphicFramePr>
            <p:xfrm>
              <a:off x="-928583" y="5305076"/>
              <a:ext cx="8262892" cy="1094167"/>
            </p:xfrm>
            <a:graphic>
              <a:graphicData uri="http://schemas.microsoft.com/office/drawing/2017/model3d">
                <am3d:model3d r:embed="rId6">
                  <am3d:spPr>
                    <a:xfrm>
                      <a:off x="0" y="0"/>
                      <a:ext cx="8262892" cy="1094167"/>
                    </a:xfrm>
                    <a:prstGeom prst="rect">
                      <a:avLst/>
                    </a:prstGeom>
                  </am3d:spPr>
                  <am3d:camera>
                    <am3d:pos x="0" y="0" z="57430965"/>
                    <am3d:up dx="0" dy="36000000" dz="0"/>
                    <am3d:lookAt x="0" y="0" z="0"/>
                    <am3d:perspective fov="2700000"/>
                  </am3d:camera>
                  <am3d:trans>
                    <am3d:meterPerModelUnit n="98592" d="1000000"/>
                    <am3d:preTrans dx="288629" dy="-2137733" dz="4182103"/>
                    <am3d:scale>
                      <am3d:sx n="1000000" d="1000000"/>
                      <am3d:sy n="1000000" d="1000000"/>
                      <am3d:sz n="1000000" d="1000000"/>
                    </am3d:scale>
                    <am3d:rot ax="-68030" ay="1929182" az="-36205"/>
                    <am3d:postTrans dx="0" dy="0" dz="0"/>
                  </am3d:trans>
                  <am3d:raster rName="Office3DRenderer" rVer="16.0.8326">
                    <am3d:blip r:embed="rId7"/>
                  </am3d:raster>
                  <am3d:objViewport viewportSz="8610617"/>
                  <am3d:ambientLight>
                    <am3d:clr>
                      <a:scrgbClr r="50000" g="50000" b="50000"/>
                    </am3d:clr>
                    <am3d:illuminance n="500000" d="1000000"/>
                  </am3d:ambientLight>
                  <am3d:ptLight rad="0">
                    <am3d:clr>
                      <a:scrgbClr r="100000" g="75000" b="50000"/>
                    </am3d:clr>
                    <am3d:intensity n="9765625" d="1000000"/>
                    <am3d:pos x="21959998" y="70920001" z="16344003"/>
                  </am3d:ptLight>
                  <am3d:ptLight rad="0">
                    <am3d:clr>
                      <a:scrgbClr r="40000" g="60000" b="95000"/>
                    </am3d:clr>
                    <am3d:intensity n="12250000" d="1000000"/>
                    <am3d:pos x="-37964106" y="51130435" z="57631972"/>
                  </am3d:ptLight>
                  <am3d:ptLight rad="0">
                    <am3d:clr>
                      <a:scrgbClr r="86837" g="72700" b="100000"/>
                    </am3d:clr>
                    <am3d:intensity n="3125000" d="1000000"/>
                    <am3d:pos x="-37739122" y="58056624" z="-34769649"/>
                  </am3d:ptLight>
                </am3d:model3d>
              </a:graphicData>
            </a:graphic>
          </p:graphicFrame>
        </mc:Choice>
        <mc:Fallback>
          <p:pic>
            <p:nvPicPr>
              <p:cNvPr id="19" name="3D Model 18">
                <a:extLst>
                  <a:ext uri="{FF2B5EF4-FFF2-40B4-BE49-F238E27FC236}">
                    <a16:creationId xmlns:a16="http://schemas.microsoft.com/office/drawing/2014/main" id="{A62EF0BD-B0FF-D519-8020-89332F6DEAFB}"/>
                  </a:ext>
                </a:extLst>
              </p:cNvPr>
              <p:cNvPicPr>
                <a:picLocks noGrp="1" noRot="1" noChangeAspect="1" noMove="1" noResize="1" noEditPoints="1" noAdjustHandles="1" noChangeArrowheads="1" noChangeShapeType="1" noCrop="1"/>
              </p:cNvPicPr>
              <p:nvPr/>
            </p:nvPicPr>
            <p:blipFill>
              <a:blip r:embed="rId7"/>
              <a:stretch>
                <a:fillRect/>
              </a:stretch>
            </p:blipFill>
            <p:spPr>
              <a:xfrm>
                <a:off x="-928583" y="5305076"/>
                <a:ext cx="8262892" cy="1094167"/>
              </a:xfrm>
              <a:prstGeom prst="rect">
                <a:avLst/>
              </a:prstGeom>
            </p:spPr>
          </p:pic>
        </mc:Fallback>
      </mc:AlternateContent>
    </p:spTree>
  </p:cSld>
  <p:clrMapOvr>
    <a:masterClrMapping/>
  </p:clrMapOvr>
  <mc:AlternateContent xmlns:mc="http://schemas.openxmlformats.org/markup-compatibility/2006">
    <mc:Choice xmlns:p159="http://schemas.microsoft.com/office/powerpoint/2015/09/main" Requires="p159">
      <p:transition xmlns:p14="http://schemas.microsoft.com/office/powerpoint/2010/main" spd="slow" p14:dur="2000">
        <p159:morph option="byObject"/>
      </p:transition>
    </mc:Choice>
    <mc:Fallback>
      <p:transition spd="slow">
        <p:fade/>
      </p:transition>
    </mc:Fallback>
  </mc:AlternateContent>
</p:sld>
</file>

<file path=ppt/slides/slide2.xml><?xml version="1.0" encoding="utf-8"?>
<p:sld xmlns:a="http://schemas.openxmlformats.org/drawingml/2006/main" xmlns:r="http://schemas.openxmlformats.org/officeDocument/2006/relationships" xmlns:p="http://schemas.openxmlformats.org/presentationml/2006/main">
  <p:cSld>
    <p:bg>
      <p:bgPr>
        <a:solidFill>
          <a:srgbClr val="193EB0"/>
        </a:solidFill>
        <a:effectLst/>
      </p:bgPr>
    </p:bg>
    <p:spTree>
      <p:nvGrpSpPr>
        <p:cNvPr id="1" name="">
          <a:extLst>
            <a:ext uri="{FF2B5EF4-FFF2-40B4-BE49-F238E27FC236}">
              <a16:creationId xmlns:a16="http://schemas.microsoft.com/office/drawing/2014/main" id="{A556E522-07FB-4FAD-15B4-05154AB1B6CE}"/>
            </a:ext>
          </a:extLst>
        </p:cNvPr>
        <p:cNvGrpSpPr/>
        <p:nvPr/>
      </p:nvGrpSpPr>
      <p:grpSpPr>
        <a:xfrm>
          <a:off x="0" y="0"/>
          <a:ext cx="0" cy="0"/>
          <a:chOff x="0" y="0"/>
          <a:chExt cx="0" cy="0"/>
        </a:xfrm>
      </p:grpSpPr>
      <p:sp>
        <p:nvSpPr>
          <p:cNvPr id="2" name="Shape 0">
            <a:extLst>
              <a:ext uri="{FF2B5EF4-FFF2-40B4-BE49-F238E27FC236}">
                <a16:creationId xmlns:a16="http://schemas.microsoft.com/office/drawing/2014/main" id="{F8B9E39D-D960-0DAC-C8D1-E6E2DFBC5C43}"/>
              </a:ext>
            </a:extLst>
          </p:cNvPr>
          <p:cNvSpPr/>
          <p:nvPr/>
        </p:nvSpPr>
        <p:spPr>
          <a:xfrm>
            <a:off x="8778240" y="-2194560"/>
            <a:ext cx="6035040" cy="6035040"/>
          </a:xfrm>
          <a:prstGeom prst="ellipse">
            <a:avLst/>
          </a:prstGeom>
          <a:solidFill>
            <a:srgbClr val="002060"/>
          </a:solidFill>
          <a:ln/>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srgbClr val="131313"/>
              </a:solidFill>
              <a:effectLst/>
              <a:uLnTx/>
              <a:uFillTx/>
              <a:latin typeface="Neue Haas Grotesk Text Pro"/>
              <a:ea typeface="+mn-ea"/>
              <a:cs typeface="+mn-cs"/>
            </a:endParaRPr>
          </a:p>
        </p:txBody>
      </p:sp>
      <p:sp>
        <p:nvSpPr>
          <p:cNvPr id="3" name="Shape 1">
            <a:extLst>
              <a:ext uri="{FF2B5EF4-FFF2-40B4-BE49-F238E27FC236}">
                <a16:creationId xmlns:a16="http://schemas.microsoft.com/office/drawing/2014/main" id="{33BF127A-1EAA-A9D4-645B-2C61C107BDFF}"/>
              </a:ext>
            </a:extLst>
          </p:cNvPr>
          <p:cNvSpPr/>
          <p:nvPr/>
        </p:nvSpPr>
        <p:spPr>
          <a:xfrm>
            <a:off x="-1925852" y="4181311"/>
            <a:ext cx="4206240" cy="4206240"/>
          </a:xfrm>
          <a:prstGeom prst="ellipse">
            <a:avLst/>
          </a:prstGeom>
          <a:solidFill>
            <a:srgbClr val="002060"/>
          </a:solidFill>
          <a:ln/>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srgbClr val="131313"/>
              </a:solidFill>
              <a:effectLst/>
              <a:uLnTx/>
              <a:uFillTx/>
              <a:latin typeface="Neue Haas Grotesk Text Pro"/>
              <a:ea typeface="+mn-ea"/>
              <a:cs typeface="+mn-cs"/>
            </a:endParaRPr>
          </a:p>
        </p:txBody>
      </p:sp>
      <p:sp>
        <p:nvSpPr>
          <p:cNvPr id="4" name="Shape 2">
            <a:extLst>
              <a:ext uri="{FF2B5EF4-FFF2-40B4-BE49-F238E27FC236}">
                <a16:creationId xmlns:a16="http://schemas.microsoft.com/office/drawing/2014/main" id="{7ED5BB95-2F54-DD39-0A75-E28D97CE1880}"/>
              </a:ext>
            </a:extLst>
          </p:cNvPr>
          <p:cNvSpPr/>
          <p:nvPr/>
        </p:nvSpPr>
        <p:spPr>
          <a:xfrm>
            <a:off x="469643" y="205740"/>
            <a:ext cx="82296" cy="1371600"/>
          </a:xfrm>
          <a:prstGeom prst="rect">
            <a:avLst/>
          </a:prstGeom>
          <a:solidFill>
            <a:srgbClr val="002060"/>
          </a:solidFill>
          <a:ln/>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srgbClr val="131313"/>
              </a:solidFill>
              <a:effectLst/>
              <a:uLnTx/>
              <a:uFillTx/>
              <a:latin typeface="Neue Haas Grotesk Text Pro"/>
              <a:ea typeface="+mn-ea"/>
              <a:cs typeface="+mn-cs"/>
            </a:endParaRPr>
          </a:p>
        </p:txBody>
      </p:sp>
      <p:sp>
        <p:nvSpPr>
          <p:cNvPr id="6" name="Text 4">
            <a:extLst>
              <a:ext uri="{FF2B5EF4-FFF2-40B4-BE49-F238E27FC236}">
                <a16:creationId xmlns:a16="http://schemas.microsoft.com/office/drawing/2014/main" id="{FCEB7932-62BC-7CB5-0B09-CA3B5D8F9F0D}"/>
              </a:ext>
            </a:extLst>
          </p:cNvPr>
          <p:cNvSpPr/>
          <p:nvPr/>
        </p:nvSpPr>
        <p:spPr>
          <a:xfrm>
            <a:off x="635450" y="148567"/>
            <a:ext cx="9692640" cy="868680"/>
          </a:xfrm>
          <a:prstGeom prst="rect">
            <a:avLst/>
          </a:prstGeom>
          <a:noFill/>
          <a:ln/>
        </p:spPr>
        <p:txBody>
          <a:bodyPr wrap="square" lIns="0" tIns="0" rIns="0" bIns="0"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4200" b="1" i="0" u="none" strike="noStrike" kern="1200" cap="none" spc="0" normalizeH="0" baseline="0" noProof="0" dirty="0">
                <a:ln>
                  <a:noFill/>
                </a:ln>
                <a:solidFill>
                  <a:srgbClr val="FFFFFF"/>
                </a:solidFill>
                <a:effectLst/>
                <a:uLnTx/>
                <a:uFillTx/>
                <a:latin typeface="Montserrat" pitchFamily="34" charset="0"/>
                <a:ea typeface="+mn-ea"/>
                <a:cs typeface="+mn-cs"/>
              </a:rPr>
              <a:t>Team Members</a:t>
            </a:r>
            <a:endParaRPr kumimoji="0" lang="en-US" sz="4200" b="0" i="0" u="none" strike="noStrike" kern="1200" cap="none" spc="0" normalizeH="0" baseline="0" noProof="0" dirty="0">
              <a:ln>
                <a:noFill/>
              </a:ln>
              <a:solidFill>
                <a:srgbClr val="131313"/>
              </a:solidFill>
              <a:effectLst/>
              <a:uLnTx/>
              <a:uFillTx/>
              <a:latin typeface="Neue Haas Grotesk Text Pro"/>
              <a:ea typeface="+mn-ea"/>
              <a:cs typeface="+mn-cs"/>
            </a:endParaRPr>
          </a:p>
        </p:txBody>
      </p:sp>
      <p:sp>
        <p:nvSpPr>
          <p:cNvPr id="9" name="Shape 7">
            <a:extLst>
              <a:ext uri="{FF2B5EF4-FFF2-40B4-BE49-F238E27FC236}">
                <a16:creationId xmlns:a16="http://schemas.microsoft.com/office/drawing/2014/main" id="{F60EAC03-81FC-C2B1-5ED5-8339CB9421EA}"/>
              </a:ext>
            </a:extLst>
          </p:cNvPr>
          <p:cNvSpPr/>
          <p:nvPr/>
        </p:nvSpPr>
        <p:spPr>
          <a:xfrm>
            <a:off x="-462812" y="5824639"/>
            <a:ext cx="2743200" cy="10973"/>
          </a:xfrm>
          <a:prstGeom prst="rect">
            <a:avLst/>
          </a:prstGeom>
          <a:solidFill>
            <a:srgbClr val="3A4A78"/>
          </a:solidFill>
          <a:ln/>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srgbClr val="131313"/>
              </a:solidFill>
              <a:effectLst/>
              <a:uLnTx/>
              <a:uFillTx/>
              <a:latin typeface="Neue Haas Grotesk Text Pro"/>
              <a:ea typeface="+mn-ea"/>
              <a:cs typeface="+mn-cs"/>
            </a:endParaRPr>
          </a:p>
        </p:txBody>
      </p:sp>
      <p:pic>
        <p:nvPicPr>
          <p:cNvPr id="13" name="Picture 12">
            <a:extLst>
              <a:ext uri="{FF2B5EF4-FFF2-40B4-BE49-F238E27FC236}">
                <a16:creationId xmlns:a16="http://schemas.microsoft.com/office/drawing/2014/main" id="{09AB9528-4BBD-6BAF-9435-ABBCE874FF6B}"/>
              </a:ext>
            </a:extLst>
          </p:cNvPr>
          <p:cNvPicPr>
            <a:picLocks noChangeAspect="1"/>
          </p:cNvPicPr>
          <p:nvPr/>
        </p:nvPicPr>
        <p:blipFill>
          <a:blip r:embed="rId3"/>
          <a:stretch>
            <a:fillRect/>
          </a:stretch>
        </p:blipFill>
        <p:spPr>
          <a:xfrm>
            <a:off x="4749565" y="1342404"/>
            <a:ext cx="1927880" cy="2570507"/>
          </a:xfrm>
          <a:prstGeom prst="rect">
            <a:avLst/>
          </a:prstGeom>
        </p:spPr>
      </p:pic>
      <p:pic>
        <p:nvPicPr>
          <p:cNvPr id="17" name="Picture 16">
            <a:extLst>
              <a:ext uri="{FF2B5EF4-FFF2-40B4-BE49-F238E27FC236}">
                <a16:creationId xmlns:a16="http://schemas.microsoft.com/office/drawing/2014/main" id="{A092C39F-03BA-D97E-F303-1A1CCEBDF844}"/>
              </a:ext>
            </a:extLst>
          </p:cNvPr>
          <p:cNvPicPr>
            <a:picLocks noChangeAspect="1"/>
          </p:cNvPicPr>
          <p:nvPr/>
        </p:nvPicPr>
        <p:blipFill>
          <a:blip r:embed="rId4"/>
          <a:stretch>
            <a:fillRect/>
          </a:stretch>
        </p:blipFill>
        <p:spPr>
          <a:xfrm>
            <a:off x="6794757" y="2234145"/>
            <a:ext cx="2108511" cy="2578929"/>
          </a:xfrm>
          <a:prstGeom prst="rect">
            <a:avLst/>
          </a:prstGeom>
        </p:spPr>
      </p:pic>
      <p:pic>
        <p:nvPicPr>
          <p:cNvPr id="19" name="Picture 18">
            <a:extLst>
              <a:ext uri="{FF2B5EF4-FFF2-40B4-BE49-F238E27FC236}">
                <a16:creationId xmlns:a16="http://schemas.microsoft.com/office/drawing/2014/main" id="{A74B34C0-7AD6-ADD9-A702-C3A299F52608}"/>
              </a:ext>
            </a:extLst>
          </p:cNvPr>
          <p:cNvPicPr>
            <a:picLocks noChangeAspect="1"/>
          </p:cNvPicPr>
          <p:nvPr/>
        </p:nvPicPr>
        <p:blipFill>
          <a:blip r:embed="rId5"/>
          <a:stretch>
            <a:fillRect/>
          </a:stretch>
        </p:blipFill>
        <p:spPr>
          <a:xfrm>
            <a:off x="2711592" y="2234145"/>
            <a:ext cx="1927880" cy="2570506"/>
          </a:xfrm>
          <a:prstGeom prst="rect">
            <a:avLst/>
          </a:prstGeom>
        </p:spPr>
      </p:pic>
      <p:pic>
        <p:nvPicPr>
          <p:cNvPr id="21" name="Picture 20">
            <a:extLst>
              <a:ext uri="{FF2B5EF4-FFF2-40B4-BE49-F238E27FC236}">
                <a16:creationId xmlns:a16="http://schemas.microsoft.com/office/drawing/2014/main" id="{2CAF333E-8314-1F0A-FCDB-30EE94CC51AE}"/>
              </a:ext>
            </a:extLst>
          </p:cNvPr>
          <p:cNvPicPr>
            <a:picLocks noChangeAspect="1"/>
          </p:cNvPicPr>
          <p:nvPr/>
        </p:nvPicPr>
        <p:blipFill>
          <a:blip r:embed="rId6"/>
          <a:stretch>
            <a:fillRect/>
          </a:stretch>
        </p:blipFill>
        <p:spPr>
          <a:xfrm>
            <a:off x="666700" y="1312534"/>
            <a:ext cx="1927880" cy="2570507"/>
          </a:xfrm>
          <a:prstGeom prst="rect">
            <a:avLst/>
          </a:prstGeom>
        </p:spPr>
      </p:pic>
      <p:sp>
        <p:nvSpPr>
          <p:cNvPr id="23" name="Text 4">
            <a:extLst>
              <a:ext uri="{FF2B5EF4-FFF2-40B4-BE49-F238E27FC236}">
                <a16:creationId xmlns:a16="http://schemas.microsoft.com/office/drawing/2014/main" id="{CE204435-AC05-E8D1-1DE2-6AB18AE52FFC}"/>
              </a:ext>
            </a:extLst>
          </p:cNvPr>
          <p:cNvSpPr/>
          <p:nvPr/>
        </p:nvSpPr>
        <p:spPr>
          <a:xfrm>
            <a:off x="4749565" y="3716122"/>
            <a:ext cx="1990702" cy="618134"/>
          </a:xfrm>
          <a:prstGeom prst="rect">
            <a:avLst/>
          </a:prstGeom>
          <a:noFill/>
          <a:ln/>
        </p:spPr>
        <p:txBody>
          <a:bodyPr wrap="square" lIns="0" tIns="0" rIns="0" bIns="0"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1200" b="1" i="0" u="none" strike="noStrike" kern="1200" cap="none" spc="0" normalizeH="0" baseline="0" noProof="0" dirty="0">
                <a:ln>
                  <a:noFill/>
                </a:ln>
                <a:solidFill>
                  <a:srgbClr val="FFFFFF"/>
                </a:solidFill>
                <a:effectLst/>
                <a:uLnTx/>
                <a:uFillTx/>
                <a:latin typeface="Montserrat" pitchFamily="34" charset="0"/>
                <a:ea typeface="+mn-ea"/>
                <a:cs typeface="+mn-cs"/>
              </a:rPr>
              <a:t>Mohamed Maher Kassab</a:t>
            </a:r>
            <a:endParaRPr kumimoji="0" lang="en-US" sz="1200" b="0" i="0" u="none" strike="noStrike" kern="1200" cap="none" spc="0" normalizeH="0" baseline="0" noProof="0" dirty="0">
              <a:ln>
                <a:noFill/>
              </a:ln>
              <a:solidFill>
                <a:srgbClr val="131313"/>
              </a:solidFill>
              <a:effectLst/>
              <a:uLnTx/>
              <a:uFillTx/>
              <a:latin typeface="Neue Haas Grotesk Text Pro"/>
              <a:ea typeface="+mn-ea"/>
              <a:cs typeface="+mn-cs"/>
            </a:endParaRPr>
          </a:p>
        </p:txBody>
      </p:sp>
      <p:sp>
        <p:nvSpPr>
          <p:cNvPr id="24" name="Text 4">
            <a:extLst>
              <a:ext uri="{FF2B5EF4-FFF2-40B4-BE49-F238E27FC236}">
                <a16:creationId xmlns:a16="http://schemas.microsoft.com/office/drawing/2014/main" id="{31A53D78-8C28-B26D-7769-00DBEDD8E8E3}"/>
              </a:ext>
            </a:extLst>
          </p:cNvPr>
          <p:cNvSpPr/>
          <p:nvPr/>
        </p:nvSpPr>
        <p:spPr>
          <a:xfrm>
            <a:off x="6826812" y="4647357"/>
            <a:ext cx="2411108" cy="618134"/>
          </a:xfrm>
          <a:prstGeom prst="rect">
            <a:avLst/>
          </a:prstGeom>
          <a:noFill/>
          <a:ln/>
        </p:spPr>
        <p:txBody>
          <a:bodyPr wrap="square" lIns="0" tIns="0" rIns="0" bIns="0"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1200" b="1" i="0" u="none" strike="noStrike" kern="1200" cap="none" spc="0" normalizeH="0" baseline="0" noProof="0" dirty="0">
                <a:ln>
                  <a:noFill/>
                </a:ln>
                <a:solidFill>
                  <a:srgbClr val="FFFFFF"/>
                </a:solidFill>
                <a:effectLst/>
                <a:uLnTx/>
                <a:uFillTx/>
                <a:latin typeface="Montserrat" pitchFamily="34" charset="0"/>
                <a:ea typeface="+mn-ea"/>
                <a:cs typeface="+mn-cs"/>
              </a:rPr>
              <a:t>Mohamed Ashraf </a:t>
            </a:r>
            <a:r>
              <a:rPr kumimoji="0" lang="en-US" sz="1200" b="1" i="0" u="none" strike="noStrike" kern="1200" cap="none" spc="0" normalizeH="0" baseline="0" noProof="0" dirty="0" err="1">
                <a:ln>
                  <a:noFill/>
                </a:ln>
                <a:solidFill>
                  <a:srgbClr val="FFFFFF"/>
                </a:solidFill>
                <a:effectLst/>
                <a:uLnTx/>
                <a:uFillTx/>
                <a:latin typeface="Montserrat" pitchFamily="34" charset="0"/>
                <a:ea typeface="+mn-ea"/>
                <a:cs typeface="+mn-cs"/>
              </a:rPr>
              <a:t>Desoky</a:t>
            </a:r>
            <a:endParaRPr kumimoji="0" lang="en-US" sz="1200" b="0" i="0" u="none" strike="noStrike" kern="1200" cap="none" spc="0" normalizeH="0" baseline="0" noProof="0" dirty="0">
              <a:ln>
                <a:noFill/>
              </a:ln>
              <a:solidFill>
                <a:srgbClr val="131313"/>
              </a:solidFill>
              <a:effectLst/>
              <a:uLnTx/>
              <a:uFillTx/>
              <a:latin typeface="Neue Haas Grotesk Text Pro"/>
              <a:ea typeface="+mn-ea"/>
              <a:cs typeface="+mn-cs"/>
            </a:endParaRPr>
          </a:p>
        </p:txBody>
      </p:sp>
      <p:sp>
        <p:nvSpPr>
          <p:cNvPr id="26" name="Text 4">
            <a:extLst>
              <a:ext uri="{FF2B5EF4-FFF2-40B4-BE49-F238E27FC236}">
                <a16:creationId xmlns:a16="http://schemas.microsoft.com/office/drawing/2014/main" id="{C0BC2DC4-FF7D-7299-BDED-A5945619419A}"/>
              </a:ext>
            </a:extLst>
          </p:cNvPr>
          <p:cNvSpPr/>
          <p:nvPr/>
        </p:nvSpPr>
        <p:spPr>
          <a:xfrm>
            <a:off x="2758863" y="4647357"/>
            <a:ext cx="1990702" cy="618134"/>
          </a:xfrm>
          <a:prstGeom prst="rect">
            <a:avLst/>
          </a:prstGeom>
          <a:noFill/>
          <a:ln/>
        </p:spPr>
        <p:txBody>
          <a:bodyPr wrap="square" lIns="0" tIns="0" rIns="0" bIns="0"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1200" b="1" i="0" u="none" strike="noStrike" kern="1200" cap="none" spc="0" normalizeH="0" baseline="0" noProof="0" dirty="0">
                <a:ln>
                  <a:noFill/>
                </a:ln>
                <a:solidFill>
                  <a:srgbClr val="FFFFFF"/>
                </a:solidFill>
                <a:effectLst/>
                <a:uLnTx/>
                <a:uFillTx/>
                <a:latin typeface="Montserrat" pitchFamily="34" charset="0"/>
                <a:ea typeface="+mn-ea"/>
                <a:cs typeface="+mn-cs"/>
              </a:rPr>
              <a:t>Moataz Sameh Shehata</a:t>
            </a:r>
            <a:endParaRPr kumimoji="0" lang="en-US" sz="1200" b="0" i="0" u="none" strike="noStrike" kern="1200" cap="none" spc="0" normalizeH="0" baseline="0" noProof="0" dirty="0">
              <a:ln>
                <a:noFill/>
              </a:ln>
              <a:solidFill>
                <a:srgbClr val="131313"/>
              </a:solidFill>
              <a:effectLst/>
              <a:uLnTx/>
              <a:uFillTx/>
              <a:latin typeface="Neue Haas Grotesk Text Pro"/>
              <a:ea typeface="+mn-ea"/>
              <a:cs typeface="+mn-cs"/>
            </a:endParaRPr>
          </a:p>
        </p:txBody>
      </p:sp>
      <p:sp>
        <p:nvSpPr>
          <p:cNvPr id="27" name="Text 4">
            <a:extLst>
              <a:ext uri="{FF2B5EF4-FFF2-40B4-BE49-F238E27FC236}">
                <a16:creationId xmlns:a16="http://schemas.microsoft.com/office/drawing/2014/main" id="{A8D6916C-16CF-651B-D61A-22126BF3DB45}"/>
              </a:ext>
            </a:extLst>
          </p:cNvPr>
          <p:cNvSpPr/>
          <p:nvPr/>
        </p:nvSpPr>
        <p:spPr>
          <a:xfrm>
            <a:off x="635450" y="3735574"/>
            <a:ext cx="2312669" cy="618134"/>
          </a:xfrm>
          <a:prstGeom prst="rect">
            <a:avLst/>
          </a:prstGeom>
          <a:noFill/>
          <a:ln/>
        </p:spPr>
        <p:txBody>
          <a:bodyPr wrap="square" lIns="0" tIns="0" rIns="0" bIns="0"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1200" b="1" i="0" u="none" strike="noStrike" kern="1200" cap="none" spc="0" normalizeH="0" baseline="0" noProof="0" dirty="0">
                <a:ln>
                  <a:noFill/>
                </a:ln>
                <a:solidFill>
                  <a:srgbClr val="FFFFFF"/>
                </a:solidFill>
                <a:effectLst/>
                <a:uLnTx/>
                <a:uFillTx/>
                <a:latin typeface="Montserrat" pitchFamily="34" charset="0"/>
                <a:ea typeface="+mn-ea"/>
                <a:cs typeface="+mn-cs"/>
              </a:rPr>
              <a:t>Abdulrahman </a:t>
            </a:r>
            <a:r>
              <a:rPr kumimoji="0" lang="en-US" sz="1200" b="1" i="0" u="none" strike="noStrike" kern="1200" cap="none" spc="0" normalizeH="0" baseline="0" noProof="0" dirty="0" err="1">
                <a:ln>
                  <a:noFill/>
                </a:ln>
                <a:solidFill>
                  <a:srgbClr val="FFFFFF"/>
                </a:solidFill>
                <a:effectLst/>
                <a:uLnTx/>
                <a:uFillTx/>
                <a:latin typeface="Montserrat" pitchFamily="34" charset="0"/>
                <a:ea typeface="+mn-ea"/>
                <a:cs typeface="+mn-cs"/>
              </a:rPr>
              <a:t>AlShenawi</a:t>
            </a:r>
            <a:endParaRPr kumimoji="0" lang="en-US" sz="1200" b="0" i="0" u="none" strike="noStrike" kern="1200" cap="none" spc="0" normalizeH="0" baseline="0" noProof="0" dirty="0">
              <a:ln>
                <a:noFill/>
              </a:ln>
              <a:solidFill>
                <a:srgbClr val="131313"/>
              </a:solidFill>
              <a:effectLst/>
              <a:uLnTx/>
              <a:uFillTx/>
              <a:latin typeface="Neue Haas Grotesk Text Pro"/>
              <a:ea typeface="+mn-ea"/>
              <a:cs typeface="+mn-cs"/>
            </a:endParaRPr>
          </a:p>
        </p:txBody>
      </p:sp>
    </p:spTree>
    <p:extLst>
      <p:ext uri="{BB962C8B-B14F-4D97-AF65-F5344CB8AC3E}">
        <p14:creationId xmlns:p14="http://schemas.microsoft.com/office/powerpoint/2010/main" val="3765626714"/>
      </p:ext>
    </p:extLst>
  </p:cSld>
  <p:clrMapOvr>
    <a:masterClrMapping/>
  </p:clrMapOvr>
  <mc:AlternateContent xmlns:mc="http://schemas.openxmlformats.org/markup-compatibility/2006" xmlns:p159="http://schemas.microsoft.com/office/powerpoint/2015/09/main">
    <mc:Choice Requires="p159">
      <p:transition xmlns:p14="http://schemas.microsoft.com/office/powerpoint/2010/main" spd="slow" p14:dur="2000">
        <p159:morph option="byObject"/>
      </p:transition>
    </mc:Choice>
    <mc:Fallback xmlns="">
      <p:transition spd="slow">
        <p:fade/>
      </p:transition>
    </mc:Fallback>
  </mc:AlternateContent>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42" presetClass="entr" presetSubtype="0" fill="hold" nodeType="afterEffect">
                                  <p:stCondLst>
                                    <p:cond delay="0"/>
                                  </p:stCondLst>
                                  <p:childTnLst>
                                    <p:set>
                                      <p:cBhvr>
                                        <p:cTn id="6" dur="1" fill="hold">
                                          <p:stCondLst>
                                            <p:cond delay="0"/>
                                          </p:stCondLst>
                                        </p:cTn>
                                        <p:tgtEl>
                                          <p:spTgt spid="21"/>
                                        </p:tgtEl>
                                        <p:attrNameLst>
                                          <p:attrName>style.visibility</p:attrName>
                                        </p:attrNameLst>
                                      </p:cBhvr>
                                      <p:to>
                                        <p:strVal val="visible"/>
                                      </p:to>
                                    </p:set>
                                    <p:animEffect transition="in" filter="fade">
                                      <p:cBhvr>
                                        <p:cTn id="7" dur="1000"/>
                                        <p:tgtEl>
                                          <p:spTgt spid="21"/>
                                        </p:tgtEl>
                                      </p:cBhvr>
                                    </p:animEffect>
                                    <p:anim calcmode="lin" valueType="num">
                                      <p:cBhvr>
                                        <p:cTn id="8" dur="1000" fill="hold"/>
                                        <p:tgtEl>
                                          <p:spTgt spid="21"/>
                                        </p:tgtEl>
                                        <p:attrNameLst>
                                          <p:attrName>ppt_x</p:attrName>
                                        </p:attrNameLst>
                                      </p:cBhvr>
                                      <p:tavLst>
                                        <p:tav tm="0">
                                          <p:val>
                                            <p:strVal val="#ppt_x"/>
                                          </p:val>
                                        </p:tav>
                                        <p:tav tm="100000">
                                          <p:val>
                                            <p:strVal val="#ppt_x"/>
                                          </p:val>
                                        </p:tav>
                                      </p:tavLst>
                                    </p:anim>
                                    <p:anim calcmode="lin" valueType="num">
                                      <p:cBhvr>
                                        <p:cTn id="9" dur="1000" fill="hold"/>
                                        <p:tgtEl>
                                          <p:spTgt spid="21"/>
                                        </p:tgtEl>
                                        <p:attrNameLst>
                                          <p:attrName>ppt_y</p:attrName>
                                        </p:attrNameLst>
                                      </p:cBhvr>
                                      <p:tavLst>
                                        <p:tav tm="0">
                                          <p:val>
                                            <p:strVal val="#ppt_y+.1"/>
                                          </p:val>
                                        </p:tav>
                                        <p:tav tm="100000">
                                          <p:val>
                                            <p:strVal val="#ppt_y"/>
                                          </p:val>
                                        </p:tav>
                                      </p:tavLst>
                                    </p:anim>
                                  </p:childTnLst>
                                </p:cTn>
                              </p:par>
                            </p:childTnLst>
                          </p:cTn>
                        </p:par>
                        <p:par>
                          <p:cTn id="10" fill="hold">
                            <p:stCondLst>
                              <p:cond delay="1000"/>
                            </p:stCondLst>
                            <p:childTnLst>
                              <p:par>
                                <p:cTn id="11" presetID="42" presetClass="entr" presetSubtype="0" fill="hold" nodeType="afterEffect">
                                  <p:stCondLst>
                                    <p:cond delay="0"/>
                                  </p:stCondLst>
                                  <p:childTnLst>
                                    <p:set>
                                      <p:cBhvr>
                                        <p:cTn id="12" dur="1" fill="hold">
                                          <p:stCondLst>
                                            <p:cond delay="0"/>
                                          </p:stCondLst>
                                        </p:cTn>
                                        <p:tgtEl>
                                          <p:spTgt spid="19"/>
                                        </p:tgtEl>
                                        <p:attrNameLst>
                                          <p:attrName>style.visibility</p:attrName>
                                        </p:attrNameLst>
                                      </p:cBhvr>
                                      <p:to>
                                        <p:strVal val="visible"/>
                                      </p:to>
                                    </p:set>
                                    <p:animEffect transition="in" filter="fade">
                                      <p:cBhvr>
                                        <p:cTn id="13" dur="1000"/>
                                        <p:tgtEl>
                                          <p:spTgt spid="19"/>
                                        </p:tgtEl>
                                      </p:cBhvr>
                                    </p:animEffect>
                                    <p:anim calcmode="lin" valueType="num">
                                      <p:cBhvr>
                                        <p:cTn id="14" dur="1000" fill="hold"/>
                                        <p:tgtEl>
                                          <p:spTgt spid="19"/>
                                        </p:tgtEl>
                                        <p:attrNameLst>
                                          <p:attrName>ppt_x</p:attrName>
                                        </p:attrNameLst>
                                      </p:cBhvr>
                                      <p:tavLst>
                                        <p:tav tm="0">
                                          <p:val>
                                            <p:strVal val="#ppt_x"/>
                                          </p:val>
                                        </p:tav>
                                        <p:tav tm="100000">
                                          <p:val>
                                            <p:strVal val="#ppt_x"/>
                                          </p:val>
                                        </p:tav>
                                      </p:tavLst>
                                    </p:anim>
                                    <p:anim calcmode="lin" valueType="num">
                                      <p:cBhvr>
                                        <p:cTn id="15" dur="1000" fill="hold"/>
                                        <p:tgtEl>
                                          <p:spTgt spid="19"/>
                                        </p:tgtEl>
                                        <p:attrNameLst>
                                          <p:attrName>ppt_y</p:attrName>
                                        </p:attrNameLst>
                                      </p:cBhvr>
                                      <p:tavLst>
                                        <p:tav tm="0">
                                          <p:val>
                                            <p:strVal val="#ppt_y+.1"/>
                                          </p:val>
                                        </p:tav>
                                        <p:tav tm="100000">
                                          <p:val>
                                            <p:strVal val="#ppt_y"/>
                                          </p:val>
                                        </p:tav>
                                      </p:tavLst>
                                    </p:anim>
                                  </p:childTnLst>
                                </p:cTn>
                              </p:par>
                            </p:childTnLst>
                          </p:cTn>
                        </p:par>
                        <p:par>
                          <p:cTn id="16" fill="hold">
                            <p:stCondLst>
                              <p:cond delay="2000"/>
                            </p:stCondLst>
                            <p:childTnLst>
                              <p:par>
                                <p:cTn id="17" presetID="42" presetClass="entr" presetSubtype="0" fill="hold" nodeType="afterEffect">
                                  <p:stCondLst>
                                    <p:cond delay="0"/>
                                  </p:stCondLst>
                                  <p:childTnLst>
                                    <p:set>
                                      <p:cBhvr>
                                        <p:cTn id="18" dur="1" fill="hold">
                                          <p:stCondLst>
                                            <p:cond delay="0"/>
                                          </p:stCondLst>
                                        </p:cTn>
                                        <p:tgtEl>
                                          <p:spTgt spid="13"/>
                                        </p:tgtEl>
                                        <p:attrNameLst>
                                          <p:attrName>style.visibility</p:attrName>
                                        </p:attrNameLst>
                                      </p:cBhvr>
                                      <p:to>
                                        <p:strVal val="visible"/>
                                      </p:to>
                                    </p:set>
                                    <p:animEffect transition="in" filter="fade">
                                      <p:cBhvr>
                                        <p:cTn id="19" dur="1000"/>
                                        <p:tgtEl>
                                          <p:spTgt spid="13"/>
                                        </p:tgtEl>
                                      </p:cBhvr>
                                    </p:animEffect>
                                    <p:anim calcmode="lin" valueType="num">
                                      <p:cBhvr>
                                        <p:cTn id="20" dur="1000" fill="hold"/>
                                        <p:tgtEl>
                                          <p:spTgt spid="13"/>
                                        </p:tgtEl>
                                        <p:attrNameLst>
                                          <p:attrName>ppt_x</p:attrName>
                                        </p:attrNameLst>
                                      </p:cBhvr>
                                      <p:tavLst>
                                        <p:tav tm="0">
                                          <p:val>
                                            <p:strVal val="#ppt_x"/>
                                          </p:val>
                                        </p:tav>
                                        <p:tav tm="100000">
                                          <p:val>
                                            <p:strVal val="#ppt_x"/>
                                          </p:val>
                                        </p:tav>
                                      </p:tavLst>
                                    </p:anim>
                                    <p:anim calcmode="lin" valueType="num">
                                      <p:cBhvr>
                                        <p:cTn id="21" dur="1000" fill="hold"/>
                                        <p:tgtEl>
                                          <p:spTgt spid="13"/>
                                        </p:tgtEl>
                                        <p:attrNameLst>
                                          <p:attrName>ppt_y</p:attrName>
                                        </p:attrNameLst>
                                      </p:cBhvr>
                                      <p:tavLst>
                                        <p:tav tm="0">
                                          <p:val>
                                            <p:strVal val="#ppt_y+.1"/>
                                          </p:val>
                                        </p:tav>
                                        <p:tav tm="100000">
                                          <p:val>
                                            <p:strVal val="#ppt_y"/>
                                          </p:val>
                                        </p:tav>
                                      </p:tavLst>
                                    </p:anim>
                                  </p:childTnLst>
                                </p:cTn>
                              </p:par>
                            </p:childTnLst>
                          </p:cTn>
                        </p:par>
                        <p:par>
                          <p:cTn id="22" fill="hold">
                            <p:stCondLst>
                              <p:cond delay="3000"/>
                            </p:stCondLst>
                            <p:childTnLst>
                              <p:par>
                                <p:cTn id="23" presetID="42" presetClass="entr" presetSubtype="0" fill="hold" nodeType="afterEffect">
                                  <p:stCondLst>
                                    <p:cond delay="0"/>
                                  </p:stCondLst>
                                  <p:childTnLst>
                                    <p:set>
                                      <p:cBhvr>
                                        <p:cTn id="24" dur="1" fill="hold">
                                          <p:stCondLst>
                                            <p:cond delay="0"/>
                                          </p:stCondLst>
                                        </p:cTn>
                                        <p:tgtEl>
                                          <p:spTgt spid="17"/>
                                        </p:tgtEl>
                                        <p:attrNameLst>
                                          <p:attrName>style.visibility</p:attrName>
                                        </p:attrNameLst>
                                      </p:cBhvr>
                                      <p:to>
                                        <p:strVal val="visible"/>
                                      </p:to>
                                    </p:set>
                                    <p:animEffect transition="in" filter="fade">
                                      <p:cBhvr>
                                        <p:cTn id="25" dur="1000"/>
                                        <p:tgtEl>
                                          <p:spTgt spid="17"/>
                                        </p:tgtEl>
                                      </p:cBhvr>
                                    </p:animEffect>
                                    <p:anim calcmode="lin" valueType="num">
                                      <p:cBhvr>
                                        <p:cTn id="26" dur="1000" fill="hold"/>
                                        <p:tgtEl>
                                          <p:spTgt spid="17"/>
                                        </p:tgtEl>
                                        <p:attrNameLst>
                                          <p:attrName>ppt_x</p:attrName>
                                        </p:attrNameLst>
                                      </p:cBhvr>
                                      <p:tavLst>
                                        <p:tav tm="0">
                                          <p:val>
                                            <p:strVal val="#ppt_x"/>
                                          </p:val>
                                        </p:tav>
                                        <p:tav tm="100000">
                                          <p:val>
                                            <p:strVal val="#ppt_x"/>
                                          </p:val>
                                        </p:tav>
                                      </p:tavLst>
                                    </p:anim>
                                    <p:anim calcmode="lin" valueType="num">
                                      <p:cBhvr>
                                        <p:cTn id="27" dur="1000" fill="hold"/>
                                        <p:tgtEl>
                                          <p:spTgt spid="17"/>
                                        </p:tgtEl>
                                        <p:attrNameLst>
                                          <p:attrName>ppt_y</p:attrName>
                                        </p:attrNameLst>
                                      </p:cBhvr>
                                      <p:tavLst>
                                        <p:tav tm="0">
                                          <p:val>
                                            <p:strVal val="#ppt_y+.1"/>
                                          </p:val>
                                        </p:tav>
                                        <p:tav tm="100000">
                                          <p:val>
                                            <p:strVal val="#ppt_y"/>
                                          </p:val>
                                        </p:tav>
                                      </p:tavLst>
                                    </p:anim>
                                  </p:childTnLst>
                                </p:cTn>
                              </p:par>
                            </p:childTnLst>
                          </p:cTn>
                        </p:par>
                        <p:par>
                          <p:cTn id="28" fill="hold">
                            <p:stCondLst>
                              <p:cond delay="4000"/>
                            </p:stCondLst>
                            <p:childTnLst>
                              <p:par>
                                <p:cTn id="29" presetID="22" presetClass="entr" presetSubtype="4" fill="hold" grpId="0" nodeType="afterEffect">
                                  <p:stCondLst>
                                    <p:cond delay="0"/>
                                  </p:stCondLst>
                                  <p:childTnLst>
                                    <p:set>
                                      <p:cBhvr>
                                        <p:cTn id="30" dur="1" fill="hold">
                                          <p:stCondLst>
                                            <p:cond delay="0"/>
                                          </p:stCondLst>
                                        </p:cTn>
                                        <p:tgtEl>
                                          <p:spTgt spid="27"/>
                                        </p:tgtEl>
                                        <p:attrNameLst>
                                          <p:attrName>style.visibility</p:attrName>
                                        </p:attrNameLst>
                                      </p:cBhvr>
                                      <p:to>
                                        <p:strVal val="visible"/>
                                      </p:to>
                                    </p:set>
                                    <p:animEffect transition="in" filter="wipe(down)">
                                      <p:cBhvr>
                                        <p:cTn id="31" dur="500"/>
                                        <p:tgtEl>
                                          <p:spTgt spid="27"/>
                                        </p:tgtEl>
                                      </p:cBhvr>
                                    </p:animEffect>
                                  </p:childTnLst>
                                </p:cTn>
                              </p:par>
                            </p:childTnLst>
                          </p:cTn>
                        </p:par>
                        <p:par>
                          <p:cTn id="32" fill="hold">
                            <p:stCondLst>
                              <p:cond delay="4500"/>
                            </p:stCondLst>
                            <p:childTnLst>
                              <p:par>
                                <p:cTn id="33" presetID="22" presetClass="entr" presetSubtype="4" fill="hold" grpId="0" nodeType="afterEffect">
                                  <p:stCondLst>
                                    <p:cond delay="0"/>
                                  </p:stCondLst>
                                  <p:childTnLst>
                                    <p:set>
                                      <p:cBhvr>
                                        <p:cTn id="34" dur="1" fill="hold">
                                          <p:stCondLst>
                                            <p:cond delay="0"/>
                                          </p:stCondLst>
                                        </p:cTn>
                                        <p:tgtEl>
                                          <p:spTgt spid="26"/>
                                        </p:tgtEl>
                                        <p:attrNameLst>
                                          <p:attrName>style.visibility</p:attrName>
                                        </p:attrNameLst>
                                      </p:cBhvr>
                                      <p:to>
                                        <p:strVal val="visible"/>
                                      </p:to>
                                    </p:set>
                                    <p:animEffect transition="in" filter="wipe(down)">
                                      <p:cBhvr>
                                        <p:cTn id="35" dur="500"/>
                                        <p:tgtEl>
                                          <p:spTgt spid="26"/>
                                        </p:tgtEl>
                                      </p:cBhvr>
                                    </p:animEffect>
                                  </p:childTnLst>
                                </p:cTn>
                              </p:par>
                            </p:childTnLst>
                          </p:cTn>
                        </p:par>
                        <p:par>
                          <p:cTn id="36" fill="hold">
                            <p:stCondLst>
                              <p:cond delay="5000"/>
                            </p:stCondLst>
                            <p:childTnLst>
                              <p:par>
                                <p:cTn id="37" presetID="22" presetClass="entr" presetSubtype="4" fill="hold" grpId="0" nodeType="afterEffect">
                                  <p:stCondLst>
                                    <p:cond delay="0"/>
                                  </p:stCondLst>
                                  <p:childTnLst>
                                    <p:set>
                                      <p:cBhvr>
                                        <p:cTn id="38" dur="1" fill="hold">
                                          <p:stCondLst>
                                            <p:cond delay="0"/>
                                          </p:stCondLst>
                                        </p:cTn>
                                        <p:tgtEl>
                                          <p:spTgt spid="23"/>
                                        </p:tgtEl>
                                        <p:attrNameLst>
                                          <p:attrName>style.visibility</p:attrName>
                                        </p:attrNameLst>
                                      </p:cBhvr>
                                      <p:to>
                                        <p:strVal val="visible"/>
                                      </p:to>
                                    </p:set>
                                    <p:animEffect transition="in" filter="wipe(down)">
                                      <p:cBhvr>
                                        <p:cTn id="39" dur="500"/>
                                        <p:tgtEl>
                                          <p:spTgt spid="23"/>
                                        </p:tgtEl>
                                      </p:cBhvr>
                                    </p:animEffect>
                                  </p:childTnLst>
                                </p:cTn>
                              </p:par>
                            </p:childTnLst>
                          </p:cTn>
                        </p:par>
                        <p:par>
                          <p:cTn id="40" fill="hold">
                            <p:stCondLst>
                              <p:cond delay="5500"/>
                            </p:stCondLst>
                            <p:childTnLst>
                              <p:par>
                                <p:cTn id="41" presetID="22" presetClass="entr" presetSubtype="4" fill="hold" grpId="0" nodeType="afterEffect">
                                  <p:stCondLst>
                                    <p:cond delay="0"/>
                                  </p:stCondLst>
                                  <p:childTnLst>
                                    <p:set>
                                      <p:cBhvr>
                                        <p:cTn id="42" dur="1" fill="hold">
                                          <p:stCondLst>
                                            <p:cond delay="0"/>
                                          </p:stCondLst>
                                        </p:cTn>
                                        <p:tgtEl>
                                          <p:spTgt spid="24"/>
                                        </p:tgtEl>
                                        <p:attrNameLst>
                                          <p:attrName>style.visibility</p:attrName>
                                        </p:attrNameLst>
                                      </p:cBhvr>
                                      <p:to>
                                        <p:strVal val="visible"/>
                                      </p:to>
                                    </p:set>
                                    <p:animEffect transition="in" filter="wipe(down)">
                                      <p:cBhvr>
                                        <p:cTn id="43" dur="500"/>
                                        <p:tgtEl>
                                          <p:spTgt spid="24"/>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3" grpId="0" animBg="1"/>
      <p:bldP spid="24" grpId="0" animBg="1"/>
      <p:bldP spid="26" grpId="0" animBg="1"/>
      <p:bldP spid="27" grpId="0" animBg="1"/>
    </p:bldLst>
  </p:timing>
</p:sld>
</file>

<file path=ppt/slides/slide3.xml><?xml version="1.0" encoding="utf-8"?>
<p:sld xmlns:a="http://schemas.openxmlformats.org/drawingml/2006/main" xmlns:r="http://schemas.openxmlformats.org/officeDocument/2006/relationships" xmlns:p="http://schemas.openxmlformats.org/presentationml/2006/main">
  <p:cSld name="Slide 2">
    <p:bg>
      <p:bgPr>
        <a:solidFill>
          <a:srgbClr val="FFFFFF"/>
        </a:solidFill>
        <a:effectLst/>
      </p:bgPr>
    </p:bg>
    <p:spTree>
      <p:nvGrpSpPr>
        <p:cNvPr id="1" name=""/>
        <p:cNvGrpSpPr/>
        <p:nvPr/>
      </p:nvGrpSpPr>
      <p:grpSpPr>
        <a:xfrm>
          <a:off x="0" y="0"/>
          <a:ext cx="0" cy="0"/>
          <a:chOff x="0" y="0"/>
          <a:chExt cx="0" cy="0"/>
        </a:xfrm>
      </p:grpSpPr>
      <p:sp>
        <p:nvSpPr>
          <p:cNvPr id="46" name="Rectangle: Rounded Corners 45">
            <a:extLst>
              <a:ext uri="{FF2B5EF4-FFF2-40B4-BE49-F238E27FC236}">
                <a16:creationId xmlns:a16="http://schemas.microsoft.com/office/drawing/2014/main" id="{5E49B310-0E9E-4F57-43D1-CC3E813F48BA}"/>
              </a:ext>
            </a:extLst>
          </p:cNvPr>
          <p:cNvSpPr/>
          <p:nvPr/>
        </p:nvSpPr>
        <p:spPr>
          <a:xfrm>
            <a:off x="7113068" y="3177375"/>
            <a:ext cx="5078972" cy="952597"/>
          </a:xfrm>
          <a:prstGeom prst="roundRect">
            <a:avLst>
              <a:gd name="adj" fmla="val 0"/>
            </a:avLst>
          </a:prstGeom>
          <a:solidFill>
            <a:srgbClr val="193EB0"/>
          </a:solidFill>
        </p:spPr>
        <p:style>
          <a:lnRef idx="1">
            <a:schemeClr val="lt1">
              <a:alpha val="0"/>
              <a:hueOff val="0"/>
              <a:satOff val="0"/>
              <a:lumOff val="0"/>
              <a:alphaOff val="0"/>
            </a:schemeClr>
          </a:lnRef>
          <a:fillRef idx="1">
            <a:schemeClr val="accent1">
              <a:hueOff val="0"/>
              <a:satOff val="0"/>
              <a:lumOff val="0"/>
              <a:alphaOff val="0"/>
            </a:schemeClr>
          </a:fillRef>
          <a:effectRef idx="0">
            <a:schemeClr val="accent1">
              <a:hueOff val="0"/>
              <a:satOff val="0"/>
              <a:lumOff val="0"/>
              <a:alphaOff val="0"/>
            </a:schemeClr>
          </a:effectRef>
          <a:fontRef idx="minor">
            <a:schemeClr val="lt1"/>
          </a:fontRef>
        </p:style>
        <p:txBody>
          <a:bodyPr/>
          <a:lstStyle/>
          <a:p>
            <a:endParaRPr lang="en-US"/>
          </a:p>
        </p:txBody>
      </p:sp>
      <p:sp>
        <p:nvSpPr>
          <p:cNvPr id="48" name="Rectangle: Rounded Corners 47">
            <a:extLst>
              <a:ext uri="{FF2B5EF4-FFF2-40B4-BE49-F238E27FC236}">
                <a16:creationId xmlns:a16="http://schemas.microsoft.com/office/drawing/2014/main" id="{21FA5B27-045E-D040-35E2-BB9E3B3ACE1F}"/>
              </a:ext>
            </a:extLst>
          </p:cNvPr>
          <p:cNvSpPr/>
          <p:nvPr/>
        </p:nvSpPr>
        <p:spPr>
          <a:xfrm>
            <a:off x="7053075" y="4789835"/>
            <a:ext cx="5138965" cy="952597"/>
          </a:xfrm>
          <a:prstGeom prst="roundRect">
            <a:avLst>
              <a:gd name="adj" fmla="val 0"/>
            </a:avLst>
          </a:prstGeom>
          <a:solidFill>
            <a:srgbClr val="193EB0"/>
          </a:solidFill>
        </p:spPr>
        <p:style>
          <a:lnRef idx="1">
            <a:schemeClr val="lt1">
              <a:alpha val="0"/>
              <a:hueOff val="0"/>
              <a:satOff val="0"/>
              <a:lumOff val="0"/>
              <a:alphaOff val="0"/>
            </a:schemeClr>
          </a:lnRef>
          <a:fillRef idx="1">
            <a:schemeClr val="accent1">
              <a:hueOff val="0"/>
              <a:satOff val="0"/>
              <a:lumOff val="0"/>
              <a:alphaOff val="0"/>
            </a:schemeClr>
          </a:fillRef>
          <a:effectRef idx="0">
            <a:schemeClr val="accent1">
              <a:hueOff val="0"/>
              <a:satOff val="0"/>
              <a:lumOff val="0"/>
              <a:alphaOff val="0"/>
            </a:schemeClr>
          </a:effectRef>
          <a:fontRef idx="minor">
            <a:schemeClr val="lt1"/>
          </a:fontRef>
        </p:style>
        <p:txBody>
          <a:bodyPr/>
          <a:lstStyle/>
          <a:p>
            <a:endParaRPr lang="en-US"/>
          </a:p>
        </p:txBody>
      </p:sp>
      <p:sp>
        <p:nvSpPr>
          <p:cNvPr id="50" name="Rectangle: Rounded Corners 49">
            <a:extLst>
              <a:ext uri="{FF2B5EF4-FFF2-40B4-BE49-F238E27FC236}">
                <a16:creationId xmlns:a16="http://schemas.microsoft.com/office/drawing/2014/main" id="{9D58EF25-D34F-88E7-7577-4DF56D03D8C4}"/>
              </a:ext>
            </a:extLst>
          </p:cNvPr>
          <p:cNvSpPr/>
          <p:nvPr/>
        </p:nvSpPr>
        <p:spPr>
          <a:xfrm>
            <a:off x="7113068" y="1636000"/>
            <a:ext cx="5078972" cy="952597"/>
          </a:xfrm>
          <a:prstGeom prst="roundRect">
            <a:avLst>
              <a:gd name="adj" fmla="val 0"/>
            </a:avLst>
          </a:prstGeom>
          <a:solidFill>
            <a:srgbClr val="193EB0"/>
          </a:solidFill>
        </p:spPr>
        <p:style>
          <a:lnRef idx="1">
            <a:schemeClr val="lt1">
              <a:alpha val="0"/>
              <a:hueOff val="0"/>
              <a:satOff val="0"/>
              <a:lumOff val="0"/>
              <a:alphaOff val="0"/>
            </a:schemeClr>
          </a:lnRef>
          <a:fillRef idx="1">
            <a:schemeClr val="accent1">
              <a:hueOff val="0"/>
              <a:satOff val="0"/>
              <a:lumOff val="0"/>
              <a:alphaOff val="0"/>
            </a:schemeClr>
          </a:fillRef>
          <a:effectRef idx="0">
            <a:schemeClr val="accent1">
              <a:hueOff val="0"/>
              <a:satOff val="0"/>
              <a:lumOff val="0"/>
              <a:alphaOff val="0"/>
            </a:schemeClr>
          </a:effectRef>
          <a:fontRef idx="minor">
            <a:schemeClr val="lt1"/>
          </a:fontRef>
        </p:style>
        <p:txBody>
          <a:bodyPr/>
          <a:lstStyle/>
          <a:p>
            <a:endParaRPr lang="en-US"/>
          </a:p>
        </p:txBody>
      </p:sp>
      <p:sp>
        <p:nvSpPr>
          <p:cNvPr id="42" name="Rectangle: Rounded Corners 41">
            <a:extLst>
              <a:ext uri="{FF2B5EF4-FFF2-40B4-BE49-F238E27FC236}">
                <a16:creationId xmlns:a16="http://schemas.microsoft.com/office/drawing/2014/main" id="{322F03B9-C219-A5FB-FF95-70D5E5BF6758}"/>
              </a:ext>
            </a:extLst>
          </p:cNvPr>
          <p:cNvSpPr/>
          <p:nvPr/>
        </p:nvSpPr>
        <p:spPr>
          <a:xfrm>
            <a:off x="-2" y="3180082"/>
            <a:ext cx="5198922" cy="952597"/>
          </a:xfrm>
          <a:prstGeom prst="roundRect">
            <a:avLst>
              <a:gd name="adj" fmla="val 0"/>
            </a:avLst>
          </a:prstGeom>
          <a:solidFill>
            <a:srgbClr val="193EB0"/>
          </a:solidFill>
        </p:spPr>
        <p:style>
          <a:lnRef idx="1">
            <a:schemeClr val="lt1">
              <a:alpha val="0"/>
              <a:hueOff val="0"/>
              <a:satOff val="0"/>
              <a:lumOff val="0"/>
              <a:alphaOff val="0"/>
            </a:schemeClr>
          </a:lnRef>
          <a:fillRef idx="1">
            <a:schemeClr val="accent1">
              <a:hueOff val="0"/>
              <a:satOff val="0"/>
              <a:lumOff val="0"/>
              <a:alphaOff val="0"/>
            </a:schemeClr>
          </a:fillRef>
          <a:effectRef idx="0">
            <a:schemeClr val="accent1">
              <a:hueOff val="0"/>
              <a:satOff val="0"/>
              <a:lumOff val="0"/>
              <a:alphaOff val="0"/>
            </a:schemeClr>
          </a:effectRef>
          <a:fontRef idx="minor">
            <a:schemeClr val="lt1"/>
          </a:fontRef>
        </p:style>
        <p:txBody>
          <a:bodyPr/>
          <a:lstStyle/>
          <a:p>
            <a:endParaRPr lang="en-US"/>
          </a:p>
        </p:txBody>
      </p:sp>
      <p:sp>
        <p:nvSpPr>
          <p:cNvPr id="44" name="Rectangle: Rounded Corners 43">
            <a:extLst>
              <a:ext uri="{FF2B5EF4-FFF2-40B4-BE49-F238E27FC236}">
                <a16:creationId xmlns:a16="http://schemas.microsoft.com/office/drawing/2014/main" id="{6300AA46-1FAC-F3CA-E471-593BBDCF0612}"/>
              </a:ext>
            </a:extLst>
          </p:cNvPr>
          <p:cNvSpPr/>
          <p:nvPr/>
        </p:nvSpPr>
        <p:spPr>
          <a:xfrm>
            <a:off x="-1" y="4792542"/>
            <a:ext cx="5138927" cy="952597"/>
          </a:xfrm>
          <a:prstGeom prst="roundRect">
            <a:avLst>
              <a:gd name="adj" fmla="val 0"/>
            </a:avLst>
          </a:prstGeom>
          <a:solidFill>
            <a:srgbClr val="193EB0"/>
          </a:solidFill>
        </p:spPr>
        <p:style>
          <a:lnRef idx="1">
            <a:schemeClr val="lt1">
              <a:alpha val="0"/>
              <a:hueOff val="0"/>
              <a:satOff val="0"/>
              <a:lumOff val="0"/>
              <a:alphaOff val="0"/>
            </a:schemeClr>
          </a:lnRef>
          <a:fillRef idx="1">
            <a:schemeClr val="accent1">
              <a:hueOff val="0"/>
              <a:satOff val="0"/>
              <a:lumOff val="0"/>
              <a:alphaOff val="0"/>
            </a:schemeClr>
          </a:fillRef>
          <a:effectRef idx="0">
            <a:schemeClr val="accent1">
              <a:hueOff val="0"/>
              <a:satOff val="0"/>
              <a:lumOff val="0"/>
              <a:alphaOff val="0"/>
            </a:schemeClr>
          </a:effectRef>
          <a:fontRef idx="minor">
            <a:schemeClr val="lt1"/>
          </a:fontRef>
        </p:style>
        <p:txBody>
          <a:bodyPr/>
          <a:lstStyle/>
          <a:p>
            <a:endParaRPr lang="en-US"/>
          </a:p>
        </p:txBody>
      </p:sp>
      <p:sp>
        <p:nvSpPr>
          <p:cNvPr id="40" name="Rectangle: Rounded Corners 39">
            <a:extLst>
              <a:ext uri="{FF2B5EF4-FFF2-40B4-BE49-F238E27FC236}">
                <a16:creationId xmlns:a16="http://schemas.microsoft.com/office/drawing/2014/main" id="{46C1F709-AA2A-F24D-769D-0AC9EBE44523}"/>
              </a:ext>
            </a:extLst>
          </p:cNvPr>
          <p:cNvSpPr/>
          <p:nvPr/>
        </p:nvSpPr>
        <p:spPr>
          <a:xfrm>
            <a:off x="-2" y="1638707"/>
            <a:ext cx="5198921" cy="952597"/>
          </a:xfrm>
          <a:prstGeom prst="roundRect">
            <a:avLst>
              <a:gd name="adj" fmla="val 0"/>
            </a:avLst>
          </a:prstGeom>
          <a:solidFill>
            <a:srgbClr val="193EB0"/>
          </a:solidFill>
        </p:spPr>
        <p:style>
          <a:lnRef idx="1">
            <a:schemeClr val="lt1">
              <a:alpha val="0"/>
              <a:hueOff val="0"/>
              <a:satOff val="0"/>
              <a:lumOff val="0"/>
              <a:alphaOff val="0"/>
            </a:schemeClr>
          </a:lnRef>
          <a:fillRef idx="1">
            <a:schemeClr val="accent1">
              <a:hueOff val="0"/>
              <a:satOff val="0"/>
              <a:lumOff val="0"/>
              <a:alphaOff val="0"/>
            </a:schemeClr>
          </a:fillRef>
          <a:effectRef idx="0">
            <a:schemeClr val="accent1">
              <a:hueOff val="0"/>
              <a:satOff val="0"/>
              <a:lumOff val="0"/>
              <a:alphaOff val="0"/>
            </a:schemeClr>
          </a:effectRef>
          <a:fontRef idx="minor">
            <a:schemeClr val="lt1"/>
          </a:fontRef>
        </p:style>
        <p:txBody>
          <a:bodyPr/>
          <a:lstStyle/>
          <a:p>
            <a:endParaRPr lang="en-US"/>
          </a:p>
        </p:txBody>
      </p:sp>
      <p:sp>
        <p:nvSpPr>
          <p:cNvPr id="8" name="Text 6"/>
          <p:cNvSpPr txBox="1"/>
          <p:nvPr/>
        </p:nvSpPr>
        <p:spPr>
          <a:xfrm>
            <a:off x="457199" y="1785584"/>
            <a:ext cx="3877056" cy="292608"/>
          </a:xfrm>
          <a:prstGeom prst="rect">
            <a:avLst/>
          </a:prstGeom>
          <a:noFill/>
          <a:ln/>
        </p:spPr>
        <p:txBody>
          <a:bodyPr wrap="square" lIns="0" tIns="0" rIns="0" bIns="0" rtlCol="0" anchor="ctr"/>
          <a:lstStyle/>
          <a:p>
            <a:pPr marL="0" indent="0" algn="ctr">
              <a:buNone/>
            </a:pPr>
            <a:r>
              <a:rPr lang="en-US" sz="2400" b="1" dirty="0">
                <a:solidFill>
                  <a:schemeClr val="bg1"/>
                </a:solidFill>
                <a:latin typeface="Arial" pitchFamily="34" charset="0"/>
                <a:ea typeface="Arial" pitchFamily="34" charset="-122"/>
                <a:cs typeface="Arial" pitchFamily="34" charset="-120"/>
              </a:rPr>
              <a:t>Problem &amp; Context</a:t>
            </a:r>
            <a:endParaRPr lang="en-US" sz="2400" dirty="0">
              <a:solidFill>
                <a:schemeClr val="bg1"/>
              </a:solidFill>
            </a:endParaRPr>
          </a:p>
        </p:txBody>
      </p:sp>
      <p:sp>
        <p:nvSpPr>
          <p:cNvPr id="9" name="Text 7"/>
          <p:cNvSpPr txBox="1"/>
          <p:nvPr/>
        </p:nvSpPr>
        <p:spPr>
          <a:xfrm>
            <a:off x="457199" y="1933415"/>
            <a:ext cx="3877056" cy="719328"/>
          </a:xfrm>
          <a:prstGeom prst="rect">
            <a:avLst/>
          </a:prstGeom>
          <a:noFill/>
          <a:ln/>
        </p:spPr>
        <p:txBody>
          <a:bodyPr wrap="square" lIns="0" tIns="0" rIns="0" bIns="0" rtlCol="0" anchor="ctr"/>
          <a:lstStyle/>
          <a:p>
            <a:pPr marL="0" indent="0" algn="ctr">
              <a:lnSpc>
                <a:spcPct val="108000"/>
              </a:lnSpc>
              <a:buNone/>
            </a:pPr>
            <a:r>
              <a:rPr lang="en-US" sz="1200" b="1" dirty="0">
                <a:solidFill>
                  <a:schemeClr val="accent5">
                    <a:lumMod val="20000"/>
                    <a:lumOff val="80000"/>
                  </a:schemeClr>
                </a:solidFill>
                <a:latin typeface="Arial" pitchFamily="34" charset="0"/>
                <a:ea typeface="Arial" pitchFamily="34" charset="-122"/>
                <a:cs typeface="Arial" pitchFamily="34" charset="-120"/>
              </a:rPr>
              <a:t>Why hourly traffic forecasting matters on a major commuter corridor</a:t>
            </a:r>
            <a:endParaRPr lang="en-US" sz="1200" b="1" dirty="0">
              <a:solidFill>
                <a:schemeClr val="accent5">
                  <a:lumMod val="20000"/>
                  <a:lumOff val="80000"/>
                </a:schemeClr>
              </a:solidFill>
            </a:endParaRPr>
          </a:p>
        </p:txBody>
      </p:sp>
      <p:sp>
        <p:nvSpPr>
          <p:cNvPr id="12" name="Text 10"/>
          <p:cNvSpPr txBox="1"/>
          <p:nvPr/>
        </p:nvSpPr>
        <p:spPr>
          <a:xfrm>
            <a:off x="7980733" y="1807335"/>
            <a:ext cx="3877056" cy="292608"/>
          </a:xfrm>
          <a:prstGeom prst="rect">
            <a:avLst/>
          </a:prstGeom>
          <a:noFill/>
          <a:ln/>
        </p:spPr>
        <p:txBody>
          <a:bodyPr wrap="square" lIns="0" tIns="0" rIns="0" bIns="0" rtlCol="0" anchor="ctr"/>
          <a:lstStyle/>
          <a:p>
            <a:pPr marL="0" indent="0" algn="ctr">
              <a:buNone/>
            </a:pPr>
            <a:r>
              <a:rPr lang="en-US" sz="2400" b="1" dirty="0">
                <a:solidFill>
                  <a:schemeClr val="bg1"/>
                </a:solidFill>
                <a:latin typeface="Arial" pitchFamily="34" charset="0"/>
                <a:ea typeface="Arial" pitchFamily="34" charset="-122"/>
                <a:cs typeface="Arial" pitchFamily="34" charset="-120"/>
              </a:rPr>
              <a:t>Data Understanding</a:t>
            </a:r>
            <a:endParaRPr lang="en-US" sz="2400" dirty="0">
              <a:solidFill>
                <a:schemeClr val="bg1"/>
              </a:solidFill>
            </a:endParaRPr>
          </a:p>
        </p:txBody>
      </p:sp>
      <p:sp>
        <p:nvSpPr>
          <p:cNvPr id="13" name="Text 11"/>
          <p:cNvSpPr txBox="1"/>
          <p:nvPr/>
        </p:nvSpPr>
        <p:spPr>
          <a:xfrm>
            <a:off x="8122972" y="1908593"/>
            <a:ext cx="3877056" cy="719328"/>
          </a:xfrm>
          <a:prstGeom prst="rect">
            <a:avLst/>
          </a:prstGeom>
          <a:noFill/>
          <a:ln/>
        </p:spPr>
        <p:txBody>
          <a:bodyPr wrap="square" lIns="0" tIns="0" rIns="0" bIns="0" rtlCol="0" anchor="ctr"/>
          <a:lstStyle/>
          <a:p>
            <a:pPr marL="0" indent="0" algn="ctr">
              <a:lnSpc>
                <a:spcPct val="108000"/>
              </a:lnSpc>
              <a:buNone/>
            </a:pPr>
            <a:r>
              <a:rPr lang="en-US" sz="1200" b="1" dirty="0">
                <a:solidFill>
                  <a:schemeClr val="accent5">
                    <a:lumMod val="20000"/>
                    <a:lumOff val="80000"/>
                  </a:schemeClr>
                </a:solidFill>
                <a:latin typeface="Arial" pitchFamily="34" charset="0"/>
                <a:ea typeface="Arial" pitchFamily="34" charset="-122"/>
                <a:cs typeface="Arial" pitchFamily="34" charset="-120"/>
              </a:rPr>
              <a:t>40,564 hourly records, six years, zero missing values</a:t>
            </a:r>
            <a:endParaRPr lang="en-US" sz="1200" b="1" dirty="0">
              <a:solidFill>
                <a:schemeClr val="accent5">
                  <a:lumMod val="20000"/>
                  <a:lumOff val="80000"/>
                </a:schemeClr>
              </a:solidFill>
            </a:endParaRPr>
          </a:p>
        </p:txBody>
      </p:sp>
      <p:sp>
        <p:nvSpPr>
          <p:cNvPr id="16" name="Text 14"/>
          <p:cNvSpPr txBox="1"/>
          <p:nvPr/>
        </p:nvSpPr>
        <p:spPr>
          <a:xfrm>
            <a:off x="457199" y="3317755"/>
            <a:ext cx="3877056" cy="292608"/>
          </a:xfrm>
          <a:prstGeom prst="rect">
            <a:avLst/>
          </a:prstGeom>
          <a:noFill/>
          <a:ln/>
        </p:spPr>
        <p:txBody>
          <a:bodyPr wrap="square" lIns="0" tIns="0" rIns="0" bIns="0" rtlCol="0" anchor="ctr"/>
          <a:lstStyle/>
          <a:p>
            <a:pPr marL="0" indent="0" algn="ctr">
              <a:buNone/>
            </a:pPr>
            <a:r>
              <a:rPr lang="en-US" sz="2400" b="1" dirty="0">
                <a:solidFill>
                  <a:schemeClr val="bg1"/>
                </a:solidFill>
                <a:latin typeface="Arial" pitchFamily="34" charset="0"/>
                <a:ea typeface="Arial" pitchFamily="34" charset="-122"/>
                <a:cs typeface="Arial" pitchFamily="34" charset="-120"/>
              </a:rPr>
              <a:t>EDA Insights</a:t>
            </a:r>
            <a:endParaRPr lang="en-US" sz="2400" dirty="0">
              <a:solidFill>
                <a:schemeClr val="bg1"/>
              </a:solidFill>
            </a:endParaRPr>
          </a:p>
        </p:txBody>
      </p:sp>
      <p:sp>
        <p:nvSpPr>
          <p:cNvPr id="17" name="Text 15"/>
          <p:cNvSpPr txBox="1"/>
          <p:nvPr/>
        </p:nvSpPr>
        <p:spPr>
          <a:xfrm>
            <a:off x="457199" y="3496571"/>
            <a:ext cx="3877056" cy="719328"/>
          </a:xfrm>
          <a:prstGeom prst="rect">
            <a:avLst/>
          </a:prstGeom>
          <a:noFill/>
          <a:ln/>
        </p:spPr>
        <p:txBody>
          <a:bodyPr wrap="square" lIns="0" tIns="0" rIns="0" bIns="0" rtlCol="0" anchor="ctr"/>
          <a:lstStyle/>
          <a:p>
            <a:pPr marL="0" indent="0" algn="ctr">
              <a:lnSpc>
                <a:spcPct val="108000"/>
              </a:lnSpc>
              <a:buNone/>
            </a:pPr>
            <a:r>
              <a:rPr lang="en-US" sz="1200" b="1" dirty="0">
                <a:solidFill>
                  <a:schemeClr val="accent5">
                    <a:lumMod val="20000"/>
                    <a:lumOff val="80000"/>
                  </a:schemeClr>
                </a:solidFill>
                <a:latin typeface="Arial" pitchFamily="34" charset="0"/>
                <a:ea typeface="Arial" pitchFamily="34" charset="-122"/>
                <a:cs typeface="Arial" pitchFamily="34" charset="-120"/>
              </a:rPr>
              <a:t>Real temporal, weather, and holiday effects measured from the data</a:t>
            </a:r>
            <a:endParaRPr lang="en-US" sz="1200" b="1" dirty="0">
              <a:solidFill>
                <a:schemeClr val="accent5">
                  <a:lumMod val="20000"/>
                  <a:lumOff val="80000"/>
                </a:schemeClr>
              </a:solidFill>
            </a:endParaRPr>
          </a:p>
        </p:txBody>
      </p:sp>
      <p:sp>
        <p:nvSpPr>
          <p:cNvPr id="20" name="Text 18"/>
          <p:cNvSpPr txBox="1"/>
          <p:nvPr/>
        </p:nvSpPr>
        <p:spPr>
          <a:xfrm>
            <a:off x="7980733" y="3316124"/>
            <a:ext cx="3877056" cy="292608"/>
          </a:xfrm>
          <a:prstGeom prst="rect">
            <a:avLst/>
          </a:prstGeom>
          <a:noFill/>
          <a:ln/>
        </p:spPr>
        <p:txBody>
          <a:bodyPr wrap="square" lIns="0" tIns="0" rIns="0" bIns="0" rtlCol="0" anchor="ctr"/>
          <a:lstStyle/>
          <a:p>
            <a:pPr marL="0" indent="0" algn="ctr">
              <a:buNone/>
            </a:pPr>
            <a:r>
              <a:rPr lang="en-US" sz="2400" b="1" dirty="0">
                <a:solidFill>
                  <a:schemeClr val="bg1"/>
                </a:solidFill>
                <a:latin typeface="Arial" pitchFamily="34" charset="0"/>
                <a:ea typeface="Arial" pitchFamily="34" charset="-122"/>
                <a:cs typeface="Arial" pitchFamily="34" charset="-120"/>
              </a:rPr>
              <a:t>Modeling &amp; Results</a:t>
            </a:r>
            <a:endParaRPr lang="en-US" sz="2400" dirty="0">
              <a:solidFill>
                <a:schemeClr val="bg1"/>
              </a:solidFill>
            </a:endParaRPr>
          </a:p>
        </p:txBody>
      </p:sp>
      <p:sp>
        <p:nvSpPr>
          <p:cNvPr id="21" name="Text 19"/>
          <p:cNvSpPr txBox="1"/>
          <p:nvPr/>
        </p:nvSpPr>
        <p:spPr>
          <a:xfrm>
            <a:off x="8155487" y="3448010"/>
            <a:ext cx="3877056" cy="719328"/>
          </a:xfrm>
          <a:prstGeom prst="rect">
            <a:avLst/>
          </a:prstGeom>
          <a:noFill/>
          <a:ln/>
        </p:spPr>
        <p:txBody>
          <a:bodyPr wrap="square" lIns="0" tIns="0" rIns="0" bIns="0" rtlCol="0" anchor="ctr"/>
          <a:lstStyle/>
          <a:p>
            <a:pPr marL="0" indent="0" algn="ctr">
              <a:lnSpc>
                <a:spcPct val="108000"/>
              </a:lnSpc>
              <a:buNone/>
            </a:pPr>
            <a:r>
              <a:rPr lang="en-US" sz="1200" b="1" dirty="0">
                <a:solidFill>
                  <a:schemeClr val="accent5">
                    <a:lumMod val="20000"/>
                    <a:lumOff val="80000"/>
                  </a:schemeClr>
                </a:solidFill>
                <a:latin typeface="Arial" pitchFamily="34" charset="0"/>
                <a:ea typeface="Arial" pitchFamily="34" charset="-122"/>
                <a:cs typeface="Arial" pitchFamily="34" charset="-120"/>
              </a:rPr>
              <a:t>Four models compared; XGBoost wins at R² = 0.9594</a:t>
            </a:r>
            <a:endParaRPr lang="en-US" sz="1200" b="1" dirty="0">
              <a:solidFill>
                <a:schemeClr val="accent5">
                  <a:lumMod val="20000"/>
                  <a:lumOff val="80000"/>
                </a:schemeClr>
              </a:solidFill>
            </a:endParaRPr>
          </a:p>
        </p:txBody>
      </p:sp>
      <p:sp>
        <p:nvSpPr>
          <p:cNvPr id="24" name="Text 22"/>
          <p:cNvSpPr txBox="1"/>
          <p:nvPr/>
        </p:nvSpPr>
        <p:spPr>
          <a:xfrm>
            <a:off x="397206" y="4928097"/>
            <a:ext cx="3877056" cy="292608"/>
          </a:xfrm>
          <a:prstGeom prst="rect">
            <a:avLst/>
          </a:prstGeom>
          <a:noFill/>
          <a:ln/>
        </p:spPr>
        <p:txBody>
          <a:bodyPr wrap="square" lIns="0" tIns="0" rIns="0" bIns="0" rtlCol="0" anchor="ctr"/>
          <a:lstStyle/>
          <a:p>
            <a:pPr marL="0" indent="0" algn="ctr">
              <a:buNone/>
            </a:pPr>
            <a:r>
              <a:rPr lang="en-US" sz="2400" b="1" dirty="0">
                <a:solidFill>
                  <a:schemeClr val="bg1"/>
                </a:solidFill>
                <a:latin typeface="Arial" pitchFamily="34" charset="0"/>
                <a:ea typeface="Arial" pitchFamily="34" charset="-122"/>
                <a:cs typeface="Arial" pitchFamily="34" charset="-120"/>
              </a:rPr>
              <a:t>Deployment</a:t>
            </a:r>
            <a:endParaRPr lang="en-US" sz="2400" dirty="0">
              <a:solidFill>
                <a:schemeClr val="bg1"/>
              </a:solidFill>
            </a:endParaRPr>
          </a:p>
        </p:txBody>
      </p:sp>
      <p:sp>
        <p:nvSpPr>
          <p:cNvPr id="25" name="Text 23"/>
          <p:cNvSpPr txBox="1"/>
          <p:nvPr/>
        </p:nvSpPr>
        <p:spPr>
          <a:xfrm>
            <a:off x="457199" y="5084661"/>
            <a:ext cx="3877056" cy="719328"/>
          </a:xfrm>
          <a:prstGeom prst="rect">
            <a:avLst/>
          </a:prstGeom>
          <a:noFill/>
          <a:ln/>
        </p:spPr>
        <p:txBody>
          <a:bodyPr wrap="square" lIns="0" tIns="0" rIns="0" bIns="0" rtlCol="0" anchor="ctr"/>
          <a:lstStyle/>
          <a:p>
            <a:pPr marL="0" indent="0" algn="ctr">
              <a:lnSpc>
                <a:spcPct val="108000"/>
              </a:lnSpc>
              <a:buNone/>
            </a:pPr>
            <a:r>
              <a:rPr lang="en-US" sz="1200" b="1" dirty="0">
                <a:solidFill>
                  <a:schemeClr val="accent5">
                    <a:lumMod val="20000"/>
                    <a:lumOff val="80000"/>
                  </a:schemeClr>
                </a:solidFill>
                <a:latin typeface="Arial" pitchFamily="34" charset="0"/>
                <a:ea typeface="Arial" pitchFamily="34" charset="-122"/>
                <a:cs typeface="Arial" pitchFamily="34" charset="-120"/>
              </a:rPr>
              <a:t>A live FastAPI service running in production on Railway</a:t>
            </a:r>
            <a:endParaRPr lang="en-US" sz="1200" b="1" dirty="0">
              <a:solidFill>
                <a:schemeClr val="accent5">
                  <a:lumMod val="20000"/>
                  <a:lumOff val="80000"/>
                </a:schemeClr>
              </a:solidFill>
            </a:endParaRPr>
          </a:p>
        </p:txBody>
      </p:sp>
      <p:sp>
        <p:nvSpPr>
          <p:cNvPr id="28" name="Text 26"/>
          <p:cNvSpPr txBox="1"/>
          <p:nvPr/>
        </p:nvSpPr>
        <p:spPr>
          <a:xfrm>
            <a:off x="7980733" y="4938357"/>
            <a:ext cx="3877056" cy="292608"/>
          </a:xfrm>
          <a:prstGeom prst="rect">
            <a:avLst/>
          </a:prstGeom>
          <a:noFill/>
          <a:ln/>
        </p:spPr>
        <p:txBody>
          <a:bodyPr wrap="square" lIns="0" tIns="0" rIns="0" bIns="0" rtlCol="0" anchor="ctr"/>
          <a:lstStyle/>
          <a:p>
            <a:pPr marL="0" indent="0" algn="ctr">
              <a:buNone/>
            </a:pPr>
            <a:r>
              <a:rPr lang="en-US" sz="2400" b="1" dirty="0">
                <a:solidFill>
                  <a:schemeClr val="bg1"/>
                </a:solidFill>
                <a:latin typeface="Arial" pitchFamily="34" charset="0"/>
                <a:ea typeface="Arial" pitchFamily="34" charset="-122"/>
                <a:cs typeface="Arial" pitchFamily="34" charset="-120"/>
              </a:rPr>
              <a:t>Findings &amp; Roadmap</a:t>
            </a:r>
            <a:endParaRPr lang="en-US" sz="2400" dirty="0">
              <a:solidFill>
                <a:schemeClr val="bg1"/>
              </a:solidFill>
            </a:endParaRPr>
          </a:p>
        </p:txBody>
      </p:sp>
      <p:sp>
        <p:nvSpPr>
          <p:cNvPr id="29" name="Text 27"/>
          <p:cNvSpPr txBox="1"/>
          <p:nvPr/>
        </p:nvSpPr>
        <p:spPr>
          <a:xfrm>
            <a:off x="8095593" y="5034881"/>
            <a:ext cx="3877056" cy="719328"/>
          </a:xfrm>
          <a:prstGeom prst="rect">
            <a:avLst/>
          </a:prstGeom>
          <a:noFill/>
          <a:ln/>
        </p:spPr>
        <p:txBody>
          <a:bodyPr wrap="square" lIns="0" tIns="0" rIns="0" bIns="0" rtlCol="0" anchor="ctr"/>
          <a:lstStyle/>
          <a:p>
            <a:pPr marL="0" indent="0" algn="ctr">
              <a:lnSpc>
                <a:spcPct val="108000"/>
              </a:lnSpc>
              <a:buNone/>
            </a:pPr>
            <a:r>
              <a:rPr lang="en-US" sz="1200" b="1" dirty="0">
                <a:solidFill>
                  <a:schemeClr val="accent5">
                    <a:lumMod val="20000"/>
                    <a:lumOff val="80000"/>
                  </a:schemeClr>
                </a:solidFill>
                <a:latin typeface="Arial" pitchFamily="34" charset="0"/>
                <a:ea typeface="Arial" pitchFamily="34" charset="-122"/>
                <a:cs typeface="Arial" pitchFamily="34" charset="-120"/>
              </a:rPr>
              <a:t>What we learned, and what comes next</a:t>
            </a:r>
            <a:endParaRPr lang="en-US" sz="1200" b="1" dirty="0">
              <a:solidFill>
                <a:schemeClr val="accent5">
                  <a:lumMod val="20000"/>
                  <a:lumOff val="80000"/>
                </a:schemeClr>
              </a:solidFill>
            </a:endParaRPr>
          </a:p>
        </p:txBody>
      </p:sp>
      <p:sp>
        <p:nvSpPr>
          <p:cNvPr id="30" name="Text 28"/>
          <p:cNvSpPr txBox="1"/>
          <p:nvPr/>
        </p:nvSpPr>
        <p:spPr>
          <a:xfrm>
            <a:off x="310896" y="6375291"/>
            <a:ext cx="5486400" cy="237744"/>
          </a:xfrm>
          <a:prstGeom prst="rect">
            <a:avLst/>
          </a:prstGeom>
          <a:noFill/>
          <a:ln/>
        </p:spPr>
        <p:txBody>
          <a:bodyPr wrap="square" rtlCol="0" anchor="ctr"/>
          <a:lstStyle/>
          <a:p>
            <a:pPr>
              <a:lnSpc>
                <a:spcPts val="1560"/>
              </a:lnSpc>
            </a:pPr>
            <a:r>
              <a:rPr lang="en-US" sz="900" dirty="0">
                <a:solidFill>
                  <a:srgbClr val="7F7F7F"/>
                </a:solidFill>
                <a:latin typeface="Arial MT Pro"/>
                <a:ea typeface="Arial MT Pro"/>
                <a:cs typeface="Arial MT Pro"/>
                <a:sym typeface="Arial MT Pro"/>
              </a:rPr>
              <a:t>Samsung Innovation Campus</a:t>
            </a:r>
          </a:p>
        </p:txBody>
      </p:sp>
      <p:sp>
        <p:nvSpPr>
          <p:cNvPr id="31" name="Text 29"/>
          <p:cNvSpPr txBox="1"/>
          <p:nvPr/>
        </p:nvSpPr>
        <p:spPr>
          <a:xfrm>
            <a:off x="11274552" y="6547104"/>
            <a:ext cx="457200" cy="237744"/>
          </a:xfrm>
          <a:prstGeom prst="rect">
            <a:avLst/>
          </a:prstGeom>
          <a:noFill/>
          <a:ln/>
        </p:spPr>
        <p:txBody>
          <a:bodyPr wrap="square" rtlCol="0" anchor="ctr"/>
          <a:lstStyle/>
          <a:p>
            <a:pPr marL="0" indent="0" algn="r">
              <a:buNone/>
            </a:pPr>
            <a:r>
              <a:rPr lang="en-US" sz="850" dirty="0">
                <a:solidFill>
                  <a:srgbClr val="BFBFBF"/>
                </a:solidFill>
                <a:latin typeface="Arial" pitchFamily="34" charset="0"/>
                <a:ea typeface="Arial" pitchFamily="34" charset="-122"/>
                <a:cs typeface="Arial" pitchFamily="34" charset="-120"/>
              </a:rPr>
              <a:t>2</a:t>
            </a:r>
            <a:endParaRPr lang="en-US" sz="850" dirty="0"/>
          </a:p>
        </p:txBody>
      </p:sp>
      <p:sp>
        <p:nvSpPr>
          <p:cNvPr id="33" name="AutoShape 4">
            <a:extLst>
              <a:ext uri="{FF2B5EF4-FFF2-40B4-BE49-F238E27FC236}">
                <a16:creationId xmlns:a16="http://schemas.microsoft.com/office/drawing/2014/main" id="{0CE9B4F9-83E8-AF09-D1F2-24E96CF30C2D}"/>
              </a:ext>
            </a:extLst>
          </p:cNvPr>
          <p:cNvSpPr/>
          <p:nvPr/>
        </p:nvSpPr>
        <p:spPr>
          <a:xfrm rot="3727" flipV="1">
            <a:off x="457203" y="6207894"/>
            <a:ext cx="10360146" cy="11912"/>
          </a:xfrm>
          <a:prstGeom prst="line">
            <a:avLst/>
          </a:prstGeom>
          <a:ln w="9525" cap="rnd">
            <a:solidFill>
              <a:srgbClr val="BFBFBF"/>
            </a:solidFill>
            <a:prstDash val="solid"/>
            <a:headEnd type="none" w="sm" len="sm"/>
            <a:tailEnd type="none" w="sm" len="sm"/>
          </a:ln>
        </p:spPr>
        <p:txBody>
          <a:bodyPr/>
          <a:lstStyle/>
          <a:p>
            <a:endParaRPr lang="en-US" dirty="0"/>
          </a:p>
        </p:txBody>
      </p:sp>
      <p:grpSp>
        <p:nvGrpSpPr>
          <p:cNvPr id="36" name="Group 2">
            <a:extLst>
              <a:ext uri="{FF2B5EF4-FFF2-40B4-BE49-F238E27FC236}">
                <a16:creationId xmlns:a16="http://schemas.microsoft.com/office/drawing/2014/main" id="{801F26FD-89F6-1AF5-B2F0-085EB9108C9D}"/>
              </a:ext>
            </a:extLst>
          </p:cNvPr>
          <p:cNvGrpSpPr/>
          <p:nvPr/>
        </p:nvGrpSpPr>
        <p:grpSpPr>
          <a:xfrm>
            <a:off x="-1" y="-1"/>
            <a:ext cx="12192001" cy="1046527"/>
            <a:chOff x="0" y="0"/>
            <a:chExt cx="13203767" cy="2760717"/>
          </a:xfrm>
        </p:grpSpPr>
        <p:sp>
          <p:nvSpPr>
            <p:cNvPr id="37" name="Freeform 3">
              <a:extLst>
                <a:ext uri="{FF2B5EF4-FFF2-40B4-BE49-F238E27FC236}">
                  <a16:creationId xmlns:a16="http://schemas.microsoft.com/office/drawing/2014/main" id="{3A1BD012-B781-D14F-6F33-1DFEB8002B4A}"/>
                </a:ext>
              </a:extLst>
            </p:cNvPr>
            <p:cNvSpPr/>
            <p:nvPr/>
          </p:nvSpPr>
          <p:spPr>
            <a:xfrm>
              <a:off x="0" y="0"/>
              <a:ext cx="13203810" cy="2760726"/>
            </a:xfrm>
            <a:custGeom>
              <a:avLst/>
              <a:gdLst/>
              <a:ahLst/>
              <a:cxnLst/>
              <a:rect l="l" t="t" r="r" b="b"/>
              <a:pathLst>
                <a:path w="13203810" h="2760726">
                  <a:moveTo>
                    <a:pt x="0" y="0"/>
                  </a:moveTo>
                  <a:lnTo>
                    <a:pt x="13203810" y="0"/>
                  </a:lnTo>
                  <a:lnTo>
                    <a:pt x="13203810" y="2760726"/>
                  </a:lnTo>
                  <a:lnTo>
                    <a:pt x="0" y="2760726"/>
                  </a:lnTo>
                  <a:close/>
                </a:path>
              </a:pathLst>
            </a:custGeom>
            <a:solidFill>
              <a:srgbClr val="193EB0"/>
            </a:solidFill>
          </p:spPr>
          <p:txBody>
            <a:bodyPr/>
            <a:lstStyle/>
            <a:p>
              <a:endParaRPr lang="en-US" dirty="0"/>
            </a:p>
          </p:txBody>
        </p:sp>
      </p:grpSp>
      <p:sp>
        <p:nvSpPr>
          <p:cNvPr id="4" name="Text 2"/>
          <p:cNvSpPr txBox="1"/>
          <p:nvPr/>
        </p:nvSpPr>
        <p:spPr>
          <a:xfrm>
            <a:off x="4183888" y="394577"/>
            <a:ext cx="7315200" cy="274320"/>
          </a:xfrm>
          <a:prstGeom prst="rect">
            <a:avLst/>
          </a:prstGeom>
          <a:noFill/>
          <a:ln/>
        </p:spPr>
        <p:txBody>
          <a:bodyPr wrap="square" rtlCol="0" anchor="ctr"/>
          <a:lstStyle/>
          <a:p>
            <a:pPr marL="0" indent="0">
              <a:buNone/>
            </a:pPr>
            <a:r>
              <a:rPr lang="en-US" sz="3600" b="1" kern="0" spc="200" dirty="0">
                <a:solidFill>
                  <a:schemeClr val="bg1"/>
                </a:solidFill>
                <a:latin typeface="Arial" pitchFamily="34" charset="0"/>
                <a:ea typeface="Arial" pitchFamily="34" charset="-122"/>
                <a:cs typeface="Arial" pitchFamily="34" charset="-120"/>
              </a:rPr>
              <a:t>OVERVIEW</a:t>
            </a:r>
            <a:endParaRPr lang="en-US" sz="3600" dirty="0">
              <a:solidFill>
                <a:schemeClr val="bg1"/>
              </a:solidFill>
            </a:endParaRPr>
          </a:p>
        </p:txBody>
      </p:sp>
      <p:pic>
        <p:nvPicPr>
          <p:cNvPr id="52" name="Google Shape;229;p27">
            <a:extLst>
              <a:ext uri="{FF2B5EF4-FFF2-40B4-BE49-F238E27FC236}">
                <a16:creationId xmlns:a16="http://schemas.microsoft.com/office/drawing/2014/main" id="{4B339F8B-4A46-0B2E-89A1-F37D512ADEAD}"/>
              </a:ext>
            </a:extLst>
          </p:cNvPr>
          <p:cNvPicPr preferRelativeResize="0"/>
          <p:nvPr/>
        </p:nvPicPr>
        <p:blipFill rotWithShape="1">
          <a:blip r:embed="rId3">
            <a:alphaModFix/>
          </a:blip>
          <a:srcRect/>
          <a:stretch/>
        </p:blipFill>
        <p:spPr>
          <a:xfrm>
            <a:off x="5373673" y="1638707"/>
            <a:ext cx="1564541" cy="4103725"/>
          </a:xfrm>
          <a:prstGeom prst="rect">
            <a:avLst/>
          </a:prstGeom>
          <a:noFill/>
          <a:ln>
            <a:noFill/>
          </a:ln>
        </p:spPr>
      </p:pic>
      <p:pic>
        <p:nvPicPr>
          <p:cNvPr id="54" name="Picture 53">
            <a:extLst>
              <a:ext uri="{FF2B5EF4-FFF2-40B4-BE49-F238E27FC236}">
                <a16:creationId xmlns:a16="http://schemas.microsoft.com/office/drawing/2014/main" id="{FC9C7DB2-14A9-B419-5D73-0FF80F80DEBD}"/>
              </a:ext>
            </a:extLst>
          </p:cNvPr>
          <p:cNvPicPr>
            <a:picLocks noChangeAspect="1"/>
          </p:cNvPicPr>
          <p:nvPr/>
        </p:nvPicPr>
        <p:blipFill>
          <a:blip r:embed="rId4"/>
          <a:stretch>
            <a:fillRect/>
          </a:stretch>
        </p:blipFill>
        <p:spPr>
          <a:xfrm>
            <a:off x="-3315716" y="1737454"/>
            <a:ext cx="1111250" cy="1111250"/>
          </a:xfrm>
          <a:prstGeom prst="rect">
            <a:avLst/>
          </a:prstGeom>
        </p:spPr>
      </p:pic>
      <p:pic>
        <p:nvPicPr>
          <p:cNvPr id="56" name="Picture 55">
            <a:extLst>
              <a:ext uri="{FF2B5EF4-FFF2-40B4-BE49-F238E27FC236}">
                <a16:creationId xmlns:a16="http://schemas.microsoft.com/office/drawing/2014/main" id="{F55C4C89-6D05-7EFE-A851-99146BAF54E5}"/>
              </a:ext>
            </a:extLst>
          </p:cNvPr>
          <p:cNvPicPr>
            <a:picLocks noChangeAspect="1"/>
          </p:cNvPicPr>
          <p:nvPr/>
        </p:nvPicPr>
        <p:blipFill>
          <a:blip r:embed="rId5"/>
          <a:stretch>
            <a:fillRect/>
          </a:stretch>
        </p:blipFill>
        <p:spPr>
          <a:xfrm>
            <a:off x="4642397" y="-2609899"/>
            <a:ext cx="1328253" cy="1328253"/>
          </a:xfrm>
          <a:prstGeom prst="rect">
            <a:avLst/>
          </a:prstGeom>
        </p:spPr>
      </p:pic>
      <p:pic>
        <p:nvPicPr>
          <p:cNvPr id="58" name="Picture 57">
            <a:extLst>
              <a:ext uri="{FF2B5EF4-FFF2-40B4-BE49-F238E27FC236}">
                <a16:creationId xmlns:a16="http://schemas.microsoft.com/office/drawing/2014/main" id="{3CB11B3D-4A6B-237A-3C0A-1E2FCA0BE895}"/>
              </a:ext>
            </a:extLst>
          </p:cNvPr>
          <p:cNvPicPr>
            <a:picLocks noChangeAspect="1"/>
          </p:cNvPicPr>
          <p:nvPr/>
        </p:nvPicPr>
        <p:blipFill>
          <a:blip r:embed="rId6"/>
          <a:stretch>
            <a:fillRect/>
          </a:stretch>
        </p:blipFill>
        <p:spPr>
          <a:xfrm>
            <a:off x="14883060" y="2166263"/>
            <a:ext cx="972960" cy="972960"/>
          </a:xfrm>
          <a:prstGeom prst="rect">
            <a:avLst/>
          </a:prstGeom>
        </p:spPr>
      </p:pic>
      <mc:AlternateContent xmlns:mc="http://schemas.openxmlformats.org/markup-compatibility/2006">
        <mc:Choice xmlns:am3d="http://schemas.microsoft.com/office/drawing/2017/model3d" Requires="am3d">
          <p:graphicFrame>
            <p:nvGraphicFramePr>
              <p:cNvPr id="60" name="3D Model 59">
                <a:extLst>
                  <a:ext uri="{FF2B5EF4-FFF2-40B4-BE49-F238E27FC236}">
                    <a16:creationId xmlns:a16="http://schemas.microsoft.com/office/drawing/2014/main" id="{987A55F9-BA09-F545-6CA5-3451D119579C}"/>
                  </a:ext>
                </a:extLst>
              </p:cNvPr>
              <p:cNvGraphicFramePr>
                <a:graphicFrameLocks noChangeAspect="1"/>
              </p:cNvGraphicFramePr>
              <p:nvPr>
                <p:extLst>
                  <p:ext uri="{D42A27DB-BD31-4B8C-83A1-F6EECF244321}">
                    <p14:modId xmlns:p14="http://schemas.microsoft.com/office/powerpoint/2010/main" val="1245567681"/>
                  </p:ext>
                </p:extLst>
              </p:nvPr>
            </p:nvGraphicFramePr>
            <p:xfrm>
              <a:off x="-5754032" y="4143082"/>
              <a:ext cx="5175341" cy="1830092"/>
            </p:xfrm>
            <a:graphic>
              <a:graphicData uri="http://schemas.microsoft.com/office/drawing/2017/model3d">
                <am3d:model3d r:embed="rId7">
                  <am3d:spPr>
                    <a:xfrm>
                      <a:off x="0" y="0"/>
                      <a:ext cx="5175341" cy="1830092"/>
                    </a:xfrm>
                    <a:prstGeom prst="rect">
                      <a:avLst/>
                    </a:prstGeom>
                  </am3d:spPr>
                  <am3d:camera>
                    <am3d:pos x="0" y="0" z="57430965"/>
                    <am3d:up dx="0" dy="36000000" dz="0"/>
                    <am3d:lookAt x="0" y="0" z="0"/>
                    <am3d:perspective fov="2700000"/>
                  </am3d:camera>
                  <am3d:trans>
                    <am3d:meterPerModelUnit n="98592" d="1000000"/>
                    <am3d:preTrans dx="288629" dy="-2137733" dz="4182103"/>
                    <am3d:scale>
                      <am3d:sx n="1000000" d="1000000"/>
                      <am3d:sy n="1000000" d="1000000"/>
                      <am3d:sz n="1000000" d="1000000"/>
                    </am3d:scale>
                    <am3d:rot ax="837396" ay="1753963" az="415200"/>
                    <am3d:postTrans dx="0" dy="0" dz="0"/>
                  </am3d:trans>
                  <am3d:raster rName="Office3DRenderer" rVer="16.0.8326">
                    <am3d:blip r:embed="rId8"/>
                  </am3d:raster>
                  <am3d:objViewport viewportSz="5418664"/>
                  <am3d:ambientLight>
                    <am3d:clr>
                      <a:scrgbClr r="50000" g="50000" b="50000"/>
                    </am3d:clr>
                    <am3d:illuminance n="500000" d="1000000"/>
                  </am3d:ambientLight>
                  <am3d:ptLight rad="0">
                    <am3d:clr>
                      <a:scrgbClr r="100000" g="75000" b="50000"/>
                    </am3d:clr>
                    <am3d:intensity n="9765625" d="1000000"/>
                    <am3d:pos x="21959998" y="70920001" z="16344003"/>
                  </am3d:ptLight>
                  <am3d:ptLight rad="0">
                    <am3d:clr>
                      <a:scrgbClr r="40000" g="60000" b="95000"/>
                    </am3d:clr>
                    <am3d:intensity n="12250000" d="1000000"/>
                    <am3d:pos x="-37964106" y="51130435" z="57631972"/>
                  </am3d:ptLight>
                  <am3d:ptLight rad="0">
                    <am3d:clr>
                      <a:scrgbClr r="86837" g="72700" b="100000"/>
                    </am3d:clr>
                    <am3d:intensity n="3125000" d="1000000"/>
                    <am3d:pos x="-37739122" y="58056624" z="-34769649"/>
                  </am3d:ptLight>
                </am3d:model3d>
              </a:graphicData>
            </a:graphic>
          </p:graphicFrame>
        </mc:Choice>
        <mc:Fallback>
          <p:pic>
            <p:nvPicPr>
              <p:cNvPr id="60" name="3D Model 59">
                <a:extLst>
                  <a:ext uri="{FF2B5EF4-FFF2-40B4-BE49-F238E27FC236}">
                    <a16:creationId xmlns:a16="http://schemas.microsoft.com/office/drawing/2014/main" id="{987A55F9-BA09-F545-6CA5-3451D119579C}"/>
                  </a:ext>
                </a:extLst>
              </p:cNvPr>
              <p:cNvPicPr>
                <a:picLocks noGrp="1" noRot="1" noChangeAspect="1" noMove="1" noResize="1" noEditPoints="1" noAdjustHandles="1" noChangeArrowheads="1" noChangeShapeType="1" noCrop="1"/>
              </p:cNvPicPr>
              <p:nvPr/>
            </p:nvPicPr>
            <p:blipFill>
              <a:blip r:embed="rId8"/>
              <a:stretch>
                <a:fillRect/>
              </a:stretch>
            </p:blipFill>
            <p:spPr>
              <a:xfrm>
                <a:off x="-5754032" y="4143082"/>
                <a:ext cx="5175341" cy="1830092"/>
              </a:xfrm>
              <a:prstGeom prst="rect">
                <a:avLst/>
              </a:prstGeom>
            </p:spPr>
          </p:pic>
        </mc:Fallback>
      </mc:AlternateContent>
    </p:spTree>
  </p:cSld>
  <p:clrMapOvr>
    <a:masterClrMapping/>
  </p:clrMapOvr>
  <mc:AlternateContent xmlns:mc="http://schemas.openxmlformats.org/markup-compatibility/2006">
    <mc:Choice xmlns:p159="http://schemas.microsoft.com/office/powerpoint/2015/09/main" Requires="p159">
      <p:transition xmlns:p14="http://schemas.microsoft.com/office/powerpoint/2010/main" spd="slow" p14:dur="2000">
        <p159:morph option="byObject"/>
      </p:transition>
    </mc:Choice>
    <mc:Fallback>
      <p:transition spd="slow">
        <p:fade/>
      </p:transition>
    </mc:Fallback>
  </mc:AlternateContent>
</p:sld>
</file>

<file path=ppt/slides/slide4.xml><?xml version="1.0" encoding="utf-8"?>
<p:sld xmlns:a="http://schemas.openxmlformats.org/drawingml/2006/main" xmlns:r="http://schemas.openxmlformats.org/officeDocument/2006/relationships" xmlns:p="http://schemas.openxmlformats.org/presentationml/2006/main">
  <p:cSld name="Slide 3">
    <p:bg>
      <p:bgPr>
        <a:solidFill>
          <a:srgbClr val="FFFFFF"/>
        </a:solidFill>
        <a:effectLst/>
      </p:bgPr>
    </p:bg>
    <p:spTree>
      <p:nvGrpSpPr>
        <p:cNvPr id="1" name=""/>
        <p:cNvGrpSpPr/>
        <p:nvPr/>
      </p:nvGrpSpPr>
      <p:grpSpPr>
        <a:xfrm>
          <a:off x="0" y="0"/>
          <a:ext cx="0" cy="0"/>
          <a:chOff x="0" y="0"/>
          <a:chExt cx="0" cy="0"/>
        </a:xfrm>
      </p:grpSpPr>
      <p:grpSp>
        <p:nvGrpSpPr>
          <p:cNvPr id="27" name="Group 2">
            <a:extLst>
              <a:ext uri="{FF2B5EF4-FFF2-40B4-BE49-F238E27FC236}">
                <a16:creationId xmlns:a16="http://schemas.microsoft.com/office/drawing/2014/main" id="{7E876B27-B81A-0C93-EE10-A2F7A3539525}"/>
              </a:ext>
            </a:extLst>
          </p:cNvPr>
          <p:cNvGrpSpPr/>
          <p:nvPr/>
        </p:nvGrpSpPr>
        <p:grpSpPr>
          <a:xfrm>
            <a:off x="0" y="-131"/>
            <a:ext cx="12192041" cy="1046530"/>
            <a:chOff x="2" y="-343"/>
            <a:chExt cx="13203810" cy="2760725"/>
          </a:xfrm>
        </p:grpSpPr>
        <p:sp>
          <p:nvSpPr>
            <p:cNvPr id="28" name="Freeform 3">
              <a:extLst>
                <a:ext uri="{FF2B5EF4-FFF2-40B4-BE49-F238E27FC236}">
                  <a16:creationId xmlns:a16="http://schemas.microsoft.com/office/drawing/2014/main" id="{9D815DAE-1DC4-5725-2665-3C9C4C58CA17}"/>
                </a:ext>
              </a:extLst>
            </p:cNvPr>
            <p:cNvSpPr/>
            <p:nvPr/>
          </p:nvSpPr>
          <p:spPr>
            <a:xfrm>
              <a:off x="2" y="-343"/>
              <a:ext cx="13203810" cy="2760725"/>
            </a:xfrm>
            <a:custGeom>
              <a:avLst/>
              <a:gdLst/>
              <a:ahLst/>
              <a:cxnLst/>
              <a:rect l="l" t="t" r="r" b="b"/>
              <a:pathLst>
                <a:path w="13203810" h="2760726">
                  <a:moveTo>
                    <a:pt x="0" y="0"/>
                  </a:moveTo>
                  <a:lnTo>
                    <a:pt x="13203810" y="0"/>
                  </a:lnTo>
                  <a:lnTo>
                    <a:pt x="13203810" y="2760726"/>
                  </a:lnTo>
                  <a:lnTo>
                    <a:pt x="0" y="2760726"/>
                  </a:lnTo>
                  <a:close/>
                </a:path>
              </a:pathLst>
            </a:custGeom>
            <a:solidFill>
              <a:srgbClr val="193EB0"/>
            </a:solidFill>
          </p:spPr>
          <p:txBody>
            <a:bodyPr/>
            <a:lstStyle/>
            <a:p>
              <a:endParaRPr lang="en-US" dirty="0"/>
            </a:p>
          </p:txBody>
        </p:sp>
      </p:grpSp>
      <p:sp>
        <p:nvSpPr>
          <p:cNvPr id="5" name="Text 3"/>
          <p:cNvSpPr txBox="1"/>
          <p:nvPr/>
        </p:nvSpPr>
        <p:spPr>
          <a:xfrm>
            <a:off x="310896" y="1050862"/>
            <a:ext cx="11274552" cy="566928"/>
          </a:xfrm>
          <a:prstGeom prst="rect">
            <a:avLst/>
          </a:prstGeom>
          <a:noFill/>
          <a:ln/>
        </p:spPr>
        <p:txBody>
          <a:bodyPr wrap="square" rtlCol="0" anchor="ctr"/>
          <a:lstStyle/>
          <a:p>
            <a:pPr marL="0" indent="0">
              <a:buNone/>
            </a:pPr>
            <a:r>
              <a:rPr lang="en-US" sz="2700" b="1" dirty="0">
                <a:solidFill>
                  <a:srgbClr val="1C1C1C"/>
                </a:solidFill>
                <a:latin typeface="Arial" pitchFamily="34" charset="0"/>
                <a:ea typeface="Arial" pitchFamily="34" charset="-122"/>
                <a:cs typeface="Arial" pitchFamily="34" charset="-120"/>
              </a:rPr>
              <a:t>Problem Statement &amp; Motivation</a:t>
            </a:r>
            <a:endParaRPr lang="en-US" sz="2700" dirty="0"/>
          </a:p>
        </p:txBody>
      </p:sp>
      <p:sp>
        <p:nvSpPr>
          <p:cNvPr id="6" name="Shape 4"/>
          <p:cNvSpPr/>
          <p:nvPr/>
        </p:nvSpPr>
        <p:spPr>
          <a:xfrm>
            <a:off x="457200" y="1600200"/>
            <a:ext cx="3270504" cy="3070576"/>
          </a:xfrm>
          <a:prstGeom prst="roundRect">
            <a:avLst>
              <a:gd name="adj" fmla="val 2237"/>
            </a:avLst>
          </a:prstGeom>
          <a:ln>
            <a:headEnd type="none" w="med" len="med"/>
            <a:tailEnd type="none" w="med" len="med"/>
          </a:ln>
        </p:spPr>
        <p:style>
          <a:lnRef idx="2">
            <a:schemeClr val="dk1"/>
          </a:lnRef>
          <a:fillRef idx="1">
            <a:schemeClr val="lt1"/>
          </a:fillRef>
          <a:effectRef idx="0">
            <a:schemeClr val="dk1"/>
          </a:effectRef>
          <a:fontRef idx="minor">
            <a:schemeClr val="dk1"/>
          </a:fontRef>
        </p:style>
        <p:txBody>
          <a:bodyPr/>
          <a:lstStyle/>
          <a:p>
            <a:endParaRPr lang="en-US"/>
          </a:p>
        </p:txBody>
      </p:sp>
      <p:sp>
        <p:nvSpPr>
          <p:cNvPr id="9" name="Text 7"/>
          <p:cNvSpPr txBox="1"/>
          <p:nvPr/>
        </p:nvSpPr>
        <p:spPr>
          <a:xfrm>
            <a:off x="549656" y="1656755"/>
            <a:ext cx="4728718" cy="640080"/>
          </a:xfrm>
          <a:prstGeom prst="rect">
            <a:avLst/>
          </a:prstGeom>
          <a:noFill/>
          <a:ln/>
        </p:spPr>
        <p:txBody>
          <a:bodyPr wrap="square" lIns="0" tIns="0" rIns="0" bIns="0" rtlCol="0" anchor="ctr"/>
          <a:lstStyle/>
          <a:p>
            <a:pPr marL="0" indent="0">
              <a:lnSpc>
                <a:spcPct val="105000"/>
              </a:lnSpc>
              <a:buNone/>
            </a:pPr>
            <a:r>
              <a:rPr lang="en-US" b="1" dirty="0">
                <a:solidFill>
                  <a:srgbClr val="1C1C1C"/>
                </a:solidFill>
                <a:latin typeface="Arial" pitchFamily="34" charset="0"/>
                <a:ea typeface="Arial" pitchFamily="34" charset="-122"/>
                <a:cs typeface="Arial" pitchFamily="34" charset="-120"/>
              </a:rPr>
              <a:t>Congestion Has a Real Cost</a:t>
            </a:r>
            <a:endParaRPr lang="en-US" dirty="0"/>
          </a:p>
        </p:txBody>
      </p:sp>
      <p:sp>
        <p:nvSpPr>
          <p:cNvPr id="10" name="Text 8"/>
          <p:cNvSpPr txBox="1"/>
          <p:nvPr/>
        </p:nvSpPr>
        <p:spPr>
          <a:xfrm>
            <a:off x="704342" y="2678811"/>
            <a:ext cx="2998216" cy="2331720"/>
          </a:xfrm>
          <a:prstGeom prst="rect">
            <a:avLst/>
          </a:prstGeom>
          <a:noFill/>
          <a:ln/>
        </p:spPr>
        <p:txBody>
          <a:bodyPr wrap="square" lIns="0" tIns="0" rIns="0" bIns="0" rtlCol="0" anchor="ctr"/>
          <a:lstStyle/>
          <a:p>
            <a:pPr marL="0" indent="0">
              <a:lnSpc>
                <a:spcPct val="125000"/>
              </a:lnSpc>
              <a:buNone/>
            </a:pPr>
            <a:r>
              <a:rPr lang="en-US" sz="1400" b="1" dirty="0">
                <a:latin typeface="Arial" pitchFamily="34" charset="0"/>
                <a:ea typeface="Arial" pitchFamily="34" charset="-122"/>
                <a:cs typeface="Arial" pitchFamily="34" charset="-120"/>
              </a:rPr>
              <a:t>Recurring congestion on corridors like I-94 between Minneapolis and St. Paul drives economic loss, added emissions, and unpredictable travel times.</a:t>
            </a:r>
            <a:endParaRPr lang="en-US" sz="1400" b="1" dirty="0"/>
          </a:p>
        </p:txBody>
      </p:sp>
      <p:sp>
        <p:nvSpPr>
          <p:cNvPr id="11" name="Shape 9"/>
          <p:cNvSpPr/>
          <p:nvPr/>
        </p:nvSpPr>
        <p:spPr>
          <a:xfrm>
            <a:off x="4002024" y="1600200"/>
            <a:ext cx="3270504" cy="3693160"/>
          </a:xfrm>
          <a:prstGeom prst="roundRect">
            <a:avLst>
              <a:gd name="adj" fmla="val 2237"/>
            </a:avLst>
          </a:prstGeom>
          <a:ln>
            <a:headEnd type="none" w="med" len="med"/>
            <a:tailEnd type="none" w="med" len="med"/>
          </a:ln>
        </p:spPr>
        <p:style>
          <a:lnRef idx="2">
            <a:schemeClr val="dk1"/>
          </a:lnRef>
          <a:fillRef idx="1">
            <a:schemeClr val="lt1"/>
          </a:fillRef>
          <a:effectRef idx="0">
            <a:schemeClr val="dk1"/>
          </a:effectRef>
          <a:fontRef idx="minor">
            <a:schemeClr val="dk1"/>
          </a:fontRef>
        </p:style>
        <p:txBody>
          <a:bodyPr/>
          <a:lstStyle/>
          <a:p>
            <a:endParaRPr lang="en-US"/>
          </a:p>
        </p:txBody>
      </p:sp>
      <p:sp>
        <p:nvSpPr>
          <p:cNvPr id="14" name="Text 12"/>
          <p:cNvSpPr txBox="1"/>
          <p:nvPr/>
        </p:nvSpPr>
        <p:spPr>
          <a:xfrm>
            <a:off x="4514088" y="1635277"/>
            <a:ext cx="2758440" cy="640080"/>
          </a:xfrm>
          <a:prstGeom prst="rect">
            <a:avLst/>
          </a:prstGeom>
          <a:noFill/>
          <a:ln/>
        </p:spPr>
        <p:txBody>
          <a:bodyPr wrap="square" lIns="0" tIns="0" rIns="0" bIns="0" rtlCol="0" anchor="ctr"/>
          <a:lstStyle/>
          <a:p>
            <a:pPr marL="0" indent="0">
              <a:lnSpc>
                <a:spcPct val="105000"/>
              </a:lnSpc>
              <a:buNone/>
            </a:pPr>
            <a:r>
              <a:rPr lang="en-US" b="1" dirty="0">
                <a:solidFill>
                  <a:srgbClr val="1C1C1C"/>
                </a:solidFill>
                <a:latin typeface="Arial" pitchFamily="34" charset="0"/>
                <a:ea typeface="Arial" pitchFamily="34" charset="-122"/>
                <a:cs typeface="Arial" pitchFamily="34" charset="-120"/>
              </a:rPr>
              <a:t>Traffic Is Not Linear</a:t>
            </a:r>
            <a:endParaRPr lang="en-US" dirty="0"/>
          </a:p>
        </p:txBody>
      </p:sp>
      <p:sp>
        <p:nvSpPr>
          <p:cNvPr id="15" name="Text 13"/>
          <p:cNvSpPr txBox="1"/>
          <p:nvPr/>
        </p:nvSpPr>
        <p:spPr>
          <a:xfrm>
            <a:off x="4214622" y="2926080"/>
            <a:ext cx="2758440" cy="2331720"/>
          </a:xfrm>
          <a:prstGeom prst="rect">
            <a:avLst/>
          </a:prstGeom>
          <a:noFill/>
          <a:ln/>
        </p:spPr>
        <p:txBody>
          <a:bodyPr wrap="square" lIns="0" tIns="0" rIns="0" bIns="0" rtlCol="0" anchor="ctr"/>
          <a:lstStyle/>
          <a:p>
            <a:pPr marL="0" indent="0">
              <a:lnSpc>
                <a:spcPct val="125000"/>
              </a:lnSpc>
              <a:buNone/>
            </a:pPr>
            <a:r>
              <a:rPr lang="en-US" sz="1400" b="1" dirty="0">
                <a:latin typeface="Arial" pitchFamily="34" charset="0"/>
                <a:ea typeface="Arial" pitchFamily="34" charset="-122"/>
                <a:cs typeface="Arial" pitchFamily="34" charset="-120"/>
              </a:rPr>
              <a:t>Volume responds jointly to time of day, day of week, season, weather, and holidays — our own data shows a 5x swing between peak and trough hours.</a:t>
            </a:r>
            <a:endParaRPr lang="en-US" sz="1400" b="1" dirty="0"/>
          </a:p>
        </p:txBody>
      </p:sp>
      <p:sp>
        <p:nvSpPr>
          <p:cNvPr id="16" name="Shape 14"/>
          <p:cNvSpPr/>
          <p:nvPr/>
        </p:nvSpPr>
        <p:spPr>
          <a:xfrm>
            <a:off x="7546848" y="1600200"/>
            <a:ext cx="3270504" cy="4206240"/>
          </a:xfrm>
          <a:prstGeom prst="roundRect">
            <a:avLst>
              <a:gd name="adj" fmla="val 2237"/>
            </a:avLst>
          </a:prstGeom>
          <a:ln>
            <a:headEnd type="none" w="med" len="med"/>
            <a:tailEnd type="none" w="med" len="med"/>
          </a:ln>
        </p:spPr>
        <p:style>
          <a:lnRef idx="2">
            <a:schemeClr val="dk1"/>
          </a:lnRef>
          <a:fillRef idx="1">
            <a:schemeClr val="lt1"/>
          </a:fillRef>
          <a:effectRef idx="0">
            <a:schemeClr val="dk1"/>
          </a:effectRef>
          <a:fontRef idx="minor">
            <a:schemeClr val="dk1"/>
          </a:fontRef>
        </p:style>
        <p:txBody>
          <a:bodyPr/>
          <a:lstStyle/>
          <a:p>
            <a:endParaRPr lang="en-US"/>
          </a:p>
        </p:txBody>
      </p:sp>
      <p:sp>
        <p:nvSpPr>
          <p:cNvPr id="19" name="Text 17"/>
          <p:cNvSpPr txBox="1"/>
          <p:nvPr/>
        </p:nvSpPr>
        <p:spPr>
          <a:xfrm>
            <a:off x="8024876" y="1656755"/>
            <a:ext cx="2758440" cy="640080"/>
          </a:xfrm>
          <a:prstGeom prst="rect">
            <a:avLst/>
          </a:prstGeom>
          <a:noFill/>
          <a:ln/>
        </p:spPr>
        <p:txBody>
          <a:bodyPr wrap="square" lIns="0" tIns="0" rIns="0" bIns="0" rtlCol="0" anchor="ctr"/>
          <a:lstStyle/>
          <a:p>
            <a:pPr marL="0" indent="0">
              <a:lnSpc>
                <a:spcPct val="105000"/>
              </a:lnSpc>
              <a:buNone/>
            </a:pPr>
            <a:r>
              <a:rPr lang="en-US" b="1" dirty="0">
                <a:solidFill>
                  <a:srgbClr val="1C1C1C"/>
                </a:solidFill>
                <a:latin typeface="Arial" pitchFamily="34" charset="0"/>
                <a:ea typeface="Arial" pitchFamily="34" charset="-122"/>
                <a:cs typeface="Arial" pitchFamily="34" charset="-120"/>
              </a:rPr>
              <a:t>Why It Is Worth Solving</a:t>
            </a:r>
            <a:endParaRPr lang="en-US" dirty="0"/>
          </a:p>
        </p:txBody>
      </p:sp>
      <p:sp>
        <p:nvSpPr>
          <p:cNvPr id="20" name="Text 18"/>
          <p:cNvSpPr txBox="1"/>
          <p:nvPr/>
        </p:nvSpPr>
        <p:spPr>
          <a:xfrm>
            <a:off x="7802880" y="3429000"/>
            <a:ext cx="2758440" cy="2331720"/>
          </a:xfrm>
          <a:prstGeom prst="rect">
            <a:avLst/>
          </a:prstGeom>
          <a:noFill/>
          <a:ln/>
        </p:spPr>
        <p:txBody>
          <a:bodyPr wrap="square" lIns="0" tIns="0" rIns="0" bIns="0" rtlCol="0" anchor="ctr"/>
          <a:lstStyle/>
          <a:p>
            <a:pPr marL="0" indent="0">
              <a:lnSpc>
                <a:spcPct val="125000"/>
              </a:lnSpc>
              <a:buNone/>
            </a:pPr>
            <a:r>
              <a:rPr lang="en-US" sz="1400" b="1" dirty="0">
                <a:latin typeface="Arial" pitchFamily="34" charset="0"/>
                <a:ea typeface="Arial" pitchFamily="34" charset="-122"/>
                <a:cs typeface="Arial" pitchFamily="34" charset="-120"/>
              </a:rPr>
              <a:t>An accurate hourly forecast lets authorities and commuters anticipate bottlenecks before they happen, not react after the fact.</a:t>
            </a:r>
            <a:endParaRPr lang="en-US" sz="1400" b="1" dirty="0"/>
          </a:p>
        </p:txBody>
      </p:sp>
      <p:sp>
        <p:nvSpPr>
          <p:cNvPr id="22" name="Text 20"/>
          <p:cNvSpPr txBox="1"/>
          <p:nvPr/>
        </p:nvSpPr>
        <p:spPr>
          <a:xfrm>
            <a:off x="11274552" y="6547104"/>
            <a:ext cx="457200" cy="237744"/>
          </a:xfrm>
          <a:prstGeom prst="rect">
            <a:avLst/>
          </a:prstGeom>
          <a:noFill/>
          <a:ln/>
        </p:spPr>
        <p:txBody>
          <a:bodyPr wrap="square" rtlCol="0" anchor="ctr"/>
          <a:lstStyle/>
          <a:p>
            <a:pPr marL="0" indent="0" algn="r">
              <a:buNone/>
            </a:pPr>
            <a:r>
              <a:rPr lang="en-US" sz="850" dirty="0">
                <a:solidFill>
                  <a:srgbClr val="BFBFBF"/>
                </a:solidFill>
                <a:latin typeface="Arial" pitchFamily="34" charset="0"/>
                <a:ea typeface="Arial" pitchFamily="34" charset="-122"/>
                <a:cs typeface="Arial" pitchFamily="34" charset="-120"/>
              </a:rPr>
              <a:t>3</a:t>
            </a:r>
            <a:endParaRPr lang="en-US" sz="850" dirty="0"/>
          </a:p>
        </p:txBody>
      </p:sp>
      <p:sp>
        <p:nvSpPr>
          <p:cNvPr id="24" name="Text 28">
            <a:extLst>
              <a:ext uri="{FF2B5EF4-FFF2-40B4-BE49-F238E27FC236}">
                <a16:creationId xmlns:a16="http://schemas.microsoft.com/office/drawing/2014/main" id="{55391EE4-3C78-5517-F1BC-0C97ED8CC04B}"/>
              </a:ext>
            </a:extLst>
          </p:cNvPr>
          <p:cNvSpPr txBox="1"/>
          <p:nvPr/>
        </p:nvSpPr>
        <p:spPr>
          <a:xfrm>
            <a:off x="310896" y="6375291"/>
            <a:ext cx="5486400" cy="237744"/>
          </a:xfrm>
          <a:prstGeom prst="rect">
            <a:avLst/>
          </a:prstGeom>
          <a:noFill/>
          <a:ln/>
        </p:spPr>
        <p:txBody>
          <a:bodyPr wrap="square" rtlCol="0" anchor="ctr"/>
          <a:lstStyle/>
          <a:p>
            <a:pPr>
              <a:lnSpc>
                <a:spcPts val="1560"/>
              </a:lnSpc>
            </a:pPr>
            <a:r>
              <a:rPr lang="en-US" sz="900" dirty="0">
                <a:solidFill>
                  <a:srgbClr val="7F7F7F"/>
                </a:solidFill>
                <a:latin typeface="Arial MT Pro"/>
                <a:ea typeface="Arial MT Pro"/>
                <a:cs typeface="Arial MT Pro"/>
                <a:sym typeface="Arial MT Pro"/>
              </a:rPr>
              <a:t>Samsung Innovation Campus</a:t>
            </a:r>
          </a:p>
        </p:txBody>
      </p:sp>
      <p:sp>
        <p:nvSpPr>
          <p:cNvPr id="26" name="AutoShape 4">
            <a:extLst>
              <a:ext uri="{FF2B5EF4-FFF2-40B4-BE49-F238E27FC236}">
                <a16:creationId xmlns:a16="http://schemas.microsoft.com/office/drawing/2014/main" id="{E00BF854-7050-68A9-9C11-2B7D9D6F90CC}"/>
              </a:ext>
            </a:extLst>
          </p:cNvPr>
          <p:cNvSpPr/>
          <p:nvPr/>
        </p:nvSpPr>
        <p:spPr>
          <a:xfrm rot="3727" flipV="1">
            <a:off x="457203" y="6207894"/>
            <a:ext cx="10360146" cy="11912"/>
          </a:xfrm>
          <a:prstGeom prst="line">
            <a:avLst/>
          </a:prstGeom>
          <a:ln w="9525" cap="rnd">
            <a:solidFill>
              <a:srgbClr val="BFBFBF"/>
            </a:solidFill>
            <a:prstDash val="solid"/>
            <a:headEnd type="none" w="sm" len="sm"/>
            <a:tailEnd type="none" w="sm" len="sm"/>
          </a:ln>
        </p:spPr>
        <p:txBody>
          <a:bodyPr/>
          <a:lstStyle/>
          <a:p>
            <a:endParaRPr lang="en-US" dirty="0"/>
          </a:p>
        </p:txBody>
      </p:sp>
      <p:sp>
        <p:nvSpPr>
          <p:cNvPr id="4" name="Text 2"/>
          <p:cNvSpPr txBox="1"/>
          <p:nvPr/>
        </p:nvSpPr>
        <p:spPr>
          <a:xfrm>
            <a:off x="3959352" y="358258"/>
            <a:ext cx="7315200" cy="274320"/>
          </a:xfrm>
          <a:prstGeom prst="rect">
            <a:avLst/>
          </a:prstGeom>
          <a:noFill/>
          <a:ln/>
        </p:spPr>
        <p:txBody>
          <a:bodyPr wrap="square" rtlCol="0" anchor="ctr"/>
          <a:lstStyle/>
          <a:p>
            <a:pPr marL="0" indent="0">
              <a:buNone/>
            </a:pPr>
            <a:r>
              <a:rPr lang="en-US" sz="3600" b="1" kern="0" spc="200" dirty="0">
                <a:solidFill>
                  <a:schemeClr val="bg1"/>
                </a:solidFill>
                <a:latin typeface="Arial" pitchFamily="34" charset="0"/>
                <a:ea typeface="Arial" pitchFamily="34" charset="-122"/>
                <a:cs typeface="Arial" pitchFamily="34" charset="-120"/>
              </a:rPr>
              <a:t>THE PROBLEM</a:t>
            </a:r>
            <a:endParaRPr lang="en-US" sz="3600" dirty="0">
              <a:solidFill>
                <a:schemeClr val="bg1"/>
              </a:solidFill>
            </a:endParaRPr>
          </a:p>
        </p:txBody>
      </p:sp>
      <p:pic>
        <p:nvPicPr>
          <p:cNvPr id="30" name="Picture 29">
            <a:extLst>
              <a:ext uri="{FF2B5EF4-FFF2-40B4-BE49-F238E27FC236}">
                <a16:creationId xmlns:a16="http://schemas.microsoft.com/office/drawing/2014/main" id="{9BFDF73E-1C24-F889-F048-CAB20FE026FD}"/>
              </a:ext>
            </a:extLst>
          </p:cNvPr>
          <p:cNvPicPr>
            <a:picLocks noChangeAspect="1"/>
          </p:cNvPicPr>
          <p:nvPr/>
        </p:nvPicPr>
        <p:blipFill>
          <a:blip r:embed="rId3"/>
          <a:stretch>
            <a:fillRect/>
          </a:stretch>
        </p:blipFill>
        <p:spPr>
          <a:xfrm>
            <a:off x="1408684" y="2088673"/>
            <a:ext cx="1111250" cy="1111250"/>
          </a:xfrm>
          <a:prstGeom prst="rect">
            <a:avLst/>
          </a:prstGeom>
        </p:spPr>
      </p:pic>
      <p:pic>
        <p:nvPicPr>
          <p:cNvPr id="32" name="Picture 31">
            <a:extLst>
              <a:ext uri="{FF2B5EF4-FFF2-40B4-BE49-F238E27FC236}">
                <a16:creationId xmlns:a16="http://schemas.microsoft.com/office/drawing/2014/main" id="{418FBEB4-ECFB-D077-8472-6EE5D0D7E0F9}"/>
              </a:ext>
            </a:extLst>
          </p:cNvPr>
          <p:cNvPicPr>
            <a:picLocks noChangeAspect="1"/>
          </p:cNvPicPr>
          <p:nvPr/>
        </p:nvPicPr>
        <p:blipFill>
          <a:blip r:embed="rId4"/>
          <a:stretch>
            <a:fillRect/>
          </a:stretch>
        </p:blipFill>
        <p:spPr>
          <a:xfrm>
            <a:off x="4947197" y="2056626"/>
            <a:ext cx="1328253" cy="1328253"/>
          </a:xfrm>
          <a:prstGeom prst="rect">
            <a:avLst/>
          </a:prstGeom>
        </p:spPr>
      </p:pic>
      <p:pic>
        <p:nvPicPr>
          <p:cNvPr id="34" name="Picture 33">
            <a:extLst>
              <a:ext uri="{FF2B5EF4-FFF2-40B4-BE49-F238E27FC236}">
                <a16:creationId xmlns:a16="http://schemas.microsoft.com/office/drawing/2014/main" id="{F99395B3-1413-A0FA-C154-F695FAFC67AF}"/>
              </a:ext>
            </a:extLst>
          </p:cNvPr>
          <p:cNvPicPr>
            <a:picLocks noChangeAspect="1"/>
          </p:cNvPicPr>
          <p:nvPr/>
        </p:nvPicPr>
        <p:blipFill>
          <a:blip r:embed="rId5"/>
          <a:stretch>
            <a:fillRect/>
          </a:stretch>
        </p:blipFill>
        <p:spPr>
          <a:xfrm>
            <a:off x="8695620" y="2475792"/>
            <a:ext cx="972960" cy="972960"/>
          </a:xfrm>
          <a:prstGeom prst="rect">
            <a:avLst/>
          </a:prstGeom>
        </p:spPr>
      </p:pic>
      <mc:AlternateContent xmlns:mc="http://schemas.openxmlformats.org/markup-compatibility/2006">
        <mc:Choice xmlns:am3d="http://schemas.microsoft.com/office/drawing/2017/model3d" Requires="am3d">
          <p:graphicFrame>
            <p:nvGraphicFramePr>
              <p:cNvPr id="37" name="3D Model 36">
                <a:extLst>
                  <a:ext uri="{FF2B5EF4-FFF2-40B4-BE49-F238E27FC236}">
                    <a16:creationId xmlns:a16="http://schemas.microsoft.com/office/drawing/2014/main" id="{3143CDF3-7113-BB7B-42FA-7D4DA74EC99D}"/>
                  </a:ext>
                </a:extLst>
              </p:cNvPr>
              <p:cNvGraphicFramePr>
                <a:graphicFrameLocks noChangeAspect="1"/>
              </p:cNvGraphicFramePr>
              <p:nvPr>
                <p:extLst>
                  <p:ext uri="{D42A27DB-BD31-4B8C-83A1-F6EECF244321}">
                    <p14:modId xmlns:p14="http://schemas.microsoft.com/office/powerpoint/2010/main" val="2523056094"/>
                  </p:ext>
                </p:extLst>
              </p:nvPr>
            </p:nvGraphicFramePr>
            <p:xfrm>
              <a:off x="90596" y="4454019"/>
              <a:ext cx="2636176" cy="1678681"/>
            </p:xfrm>
            <a:graphic>
              <a:graphicData uri="http://schemas.microsoft.com/office/drawing/2017/model3d">
                <am3d:model3d r:embed="rId6">
                  <am3d:spPr>
                    <a:xfrm>
                      <a:off x="0" y="0"/>
                      <a:ext cx="2636176" cy="1678681"/>
                    </a:xfrm>
                    <a:prstGeom prst="rect">
                      <a:avLst/>
                    </a:prstGeom>
                  </am3d:spPr>
                  <am3d:camera>
                    <am3d:pos x="0" y="0" z="57430965"/>
                    <am3d:up dx="0" dy="36000000" dz="0"/>
                    <am3d:lookAt x="0" y="0" z="0"/>
                    <am3d:perspective fov="2700000"/>
                  </am3d:camera>
                  <am3d:trans>
                    <am3d:meterPerModelUnit n="98592" d="1000000"/>
                    <am3d:preTrans dx="288629" dy="-2137733" dz="4182103"/>
                    <am3d:scale>
                      <am3d:sx n="1000000" d="1000000"/>
                      <am3d:sy n="1000000" d="1000000"/>
                      <am3d:sz n="1000000" d="1000000"/>
                    </am3d:scale>
                    <am3d:rot ax="3093045" ay="2553214" az="2425368"/>
                    <am3d:postTrans dx="0" dy="0" dz="0"/>
                  </am3d:trans>
                  <am3d:raster rName="Office3DRenderer" rVer="16.0.8326">
                    <am3d:blip r:embed="rId7"/>
                  </am3d:raster>
                  <am3d:objViewport viewportSz="2938983"/>
                  <am3d:ambientLight>
                    <am3d:clr>
                      <a:scrgbClr r="50000" g="50000" b="50000"/>
                    </am3d:clr>
                    <am3d:illuminance n="500000" d="1000000"/>
                  </am3d:ambientLight>
                  <am3d:ptLight rad="0">
                    <am3d:clr>
                      <a:scrgbClr r="100000" g="75000" b="50000"/>
                    </am3d:clr>
                    <am3d:intensity n="9765625" d="1000000"/>
                    <am3d:pos x="21959998" y="70920001" z="16344003"/>
                  </am3d:ptLight>
                  <am3d:ptLight rad="0">
                    <am3d:clr>
                      <a:scrgbClr r="40000" g="60000" b="95000"/>
                    </am3d:clr>
                    <am3d:intensity n="12250000" d="1000000"/>
                    <am3d:pos x="-37964106" y="51130435" z="57631972"/>
                  </am3d:ptLight>
                  <am3d:ptLight rad="0">
                    <am3d:clr>
                      <a:scrgbClr r="86837" g="72700" b="100000"/>
                    </am3d:clr>
                    <am3d:intensity n="3125000" d="1000000"/>
                    <am3d:pos x="-37739122" y="58056624" z="-34769649"/>
                  </am3d:ptLight>
                </am3d:model3d>
              </a:graphicData>
            </a:graphic>
          </p:graphicFrame>
        </mc:Choice>
        <mc:Fallback>
          <p:pic>
            <p:nvPicPr>
              <p:cNvPr id="37" name="3D Model 36">
                <a:extLst>
                  <a:ext uri="{FF2B5EF4-FFF2-40B4-BE49-F238E27FC236}">
                    <a16:creationId xmlns:a16="http://schemas.microsoft.com/office/drawing/2014/main" id="{3143CDF3-7113-BB7B-42FA-7D4DA74EC99D}"/>
                  </a:ext>
                </a:extLst>
              </p:cNvPr>
              <p:cNvPicPr>
                <a:picLocks noGrp="1" noRot="1" noChangeAspect="1" noMove="1" noResize="1" noEditPoints="1" noAdjustHandles="1" noChangeArrowheads="1" noChangeShapeType="1" noCrop="1"/>
              </p:cNvPicPr>
              <p:nvPr/>
            </p:nvPicPr>
            <p:blipFill>
              <a:blip r:embed="rId7"/>
              <a:stretch>
                <a:fillRect/>
              </a:stretch>
            </p:blipFill>
            <p:spPr>
              <a:xfrm>
                <a:off x="90596" y="4454019"/>
                <a:ext cx="2636176" cy="1678681"/>
              </a:xfrm>
              <a:prstGeom prst="rect">
                <a:avLst/>
              </a:prstGeom>
            </p:spPr>
          </p:pic>
        </mc:Fallback>
      </mc:AlternateContent>
      <p:pic>
        <p:nvPicPr>
          <p:cNvPr id="39" name="Picture 38">
            <a:extLst>
              <a:ext uri="{FF2B5EF4-FFF2-40B4-BE49-F238E27FC236}">
                <a16:creationId xmlns:a16="http://schemas.microsoft.com/office/drawing/2014/main" id="{D3CD51C8-BC6F-A329-ADB8-D699DDBF91F5}"/>
              </a:ext>
            </a:extLst>
          </p:cNvPr>
          <p:cNvPicPr>
            <a:picLocks noChangeAspect="1"/>
          </p:cNvPicPr>
          <p:nvPr/>
        </p:nvPicPr>
        <p:blipFill>
          <a:blip r:embed="rId8"/>
          <a:stretch>
            <a:fillRect/>
          </a:stretch>
        </p:blipFill>
        <p:spPr>
          <a:xfrm>
            <a:off x="12296702" y="4251511"/>
            <a:ext cx="1046530" cy="1046530"/>
          </a:xfrm>
          <a:prstGeom prst="rect">
            <a:avLst/>
          </a:prstGeom>
        </p:spPr>
      </p:pic>
    </p:spTree>
  </p:cSld>
  <p:clrMapOvr>
    <a:masterClrMapping/>
  </p:clrMapOvr>
  <mc:AlternateContent xmlns:mc="http://schemas.openxmlformats.org/markup-compatibility/2006">
    <mc:Choice xmlns:p159="http://schemas.microsoft.com/office/powerpoint/2015/09/main" Requires="p159">
      <p:transition xmlns:p14="http://schemas.microsoft.com/office/powerpoint/2010/main" spd="slow" p14:dur="2000">
        <p159:morph option="byObject"/>
      </p:transition>
    </mc:Choice>
    <mc:Fallback>
      <p:transition spd="slow">
        <p:fade/>
      </p:transition>
    </mc:Fallback>
  </mc:AlternateContent>
</p:sld>
</file>

<file path=ppt/slides/slide5.xml><?xml version="1.0" encoding="utf-8"?>
<p:sld xmlns:a="http://schemas.openxmlformats.org/drawingml/2006/main" xmlns:r="http://schemas.openxmlformats.org/officeDocument/2006/relationships" xmlns:p="http://schemas.openxmlformats.org/presentationml/2006/main">
  <p:cSld name="Slide 4">
    <p:bg>
      <p:bgPr>
        <a:solidFill>
          <a:srgbClr val="FFFFFF"/>
        </a:solidFill>
        <a:effectLst/>
      </p:bgPr>
    </p:bg>
    <p:spTree>
      <p:nvGrpSpPr>
        <p:cNvPr id="1" name=""/>
        <p:cNvGrpSpPr/>
        <p:nvPr/>
      </p:nvGrpSpPr>
      <p:grpSpPr>
        <a:xfrm>
          <a:off x="0" y="0"/>
          <a:ext cx="0" cy="0"/>
          <a:chOff x="0" y="0"/>
          <a:chExt cx="0" cy="0"/>
        </a:xfrm>
      </p:grpSpPr>
      <p:grpSp>
        <p:nvGrpSpPr>
          <p:cNvPr id="28" name="Group 2">
            <a:extLst>
              <a:ext uri="{FF2B5EF4-FFF2-40B4-BE49-F238E27FC236}">
                <a16:creationId xmlns:a16="http://schemas.microsoft.com/office/drawing/2014/main" id="{3E8BCC82-84EB-BD0C-69F9-C3BDD4C19A49}"/>
              </a:ext>
            </a:extLst>
          </p:cNvPr>
          <p:cNvGrpSpPr/>
          <p:nvPr/>
        </p:nvGrpSpPr>
        <p:grpSpPr>
          <a:xfrm>
            <a:off x="0" y="-131"/>
            <a:ext cx="12192041" cy="1046530"/>
            <a:chOff x="2" y="-343"/>
            <a:chExt cx="13203810" cy="2760725"/>
          </a:xfrm>
        </p:grpSpPr>
        <p:sp>
          <p:nvSpPr>
            <p:cNvPr id="29" name="Freeform 3">
              <a:extLst>
                <a:ext uri="{FF2B5EF4-FFF2-40B4-BE49-F238E27FC236}">
                  <a16:creationId xmlns:a16="http://schemas.microsoft.com/office/drawing/2014/main" id="{CCBE608A-F40E-03EC-02A6-282288DD9449}"/>
                </a:ext>
              </a:extLst>
            </p:cNvPr>
            <p:cNvSpPr/>
            <p:nvPr/>
          </p:nvSpPr>
          <p:spPr>
            <a:xfrm>
              <a:off x="2" y="-343"/>
              <a:ext cx="13203810" cy="2760725"/>
            </a:xfrm>
            <a:custGeom>
              <a:avLst/>
              <a:gdLst/>
              <a:ahLst/>
              <a:cxnLst/>
              <a:rect l="l" t="t" r="r" b="b"/>
              <a:pathLst>
                <a:path w="13203810" h="2760726">
                  <a:moveTo>
                    <a:pt x="0" y="0"/>
                  </a:moveTo>
                  <a:lnTo>
                    <a:pt x="13203810" y="0"/>
                  </a:lnTo>
                  <a:lnTo>
                    <a:pt x="13203810" y="2760726"/>
                  </a:lnTo>
                  <a:lnTo>
                    <a:pt x="0" y="2760726"/>
                  </a:lnTo>
                  <a:close/>
                </a:path>
              </a:pathLst>
            </a:custGeom>
            <a:solidFill>
              <a:srgbClr val="193EB0"/>
            </a:solidFill>
          </p:spPr>
          <p:txBody>
            <a:bodyPr/>
            <a:lstStyle/>
            <a:p>
              <a:endParaRPr lang="en-US" dirty="0"/>
            </a:p>
          </p:txBody>
        </p:sp>
      </p:grpSp>
      <p:sp>
        <p:nvSpPr>
          <p:cNvPr id="2" name="Shape 0"/>
          <p:cNvSpPr/>
          <p:nvPr/>
        </p:nvSpPr>
        <p:spPr>
          <a:xfrm>
            <a:off x="457200" y="384048"/>
            <a:ext cx="365760" cy="365760"/>
          </a:xfrm>
          <a:prstGeom prst="ellipse">
            <a:avLst/>
          </a:prstGeom>
          <a:solidFill>
            <a:srgbClr val="193EB0"/>
          </a:solidFill>
          <a:ln/>
        </p:spPr>
        <p:txBody>
          <a:bodyPr/>
          <a:lstStyle/>
          <a:p>
            <a:endParaRPr lang="en-US"/>
          </a:p>
        </p:txBody>
      </p:sp>
      <p:sp>
        <p:nvSpPr>
          <p:cNvPr id="4" name="Text 2"/>
          <p:cNvSpPr txBox="1"/>
          <p:nvPr/>
        </p:nvSpPr>
        <p:spPr>
          <a:xfrm>
            <a:off x="5030955" y="283464"/>
            <a:ext cx="2130089" cy="520289"/>
          </a:xfrm>
          <a:prstGeom prst="rect">
            <a:avLst/>
          </a:prstGeom>
          <a:noFill/>
          <a:ln/>
        </p:spPr>
        <p:txBody>
          <a:bodyPr wrap="square" rtlCol="0" anchor="ctr"/>
          <a:lstStyle/>
          <a:p>
            <a:pPr marL="0" indent="0">
              <a:buNone/>
            </a:pPr>
            <a:r>
              <a:rPr lang="en-US" sz="3600" b="1" kern="0" spc="200" dirty="0">
                <a:solidFill>
                  <a:schemeClr val="bg1"/>
                </a:solidFill>
                <a:latin typeface="Arial" pitchFamily="34" charset="0"/>
                <a:ea typeface="Arial" pitchFamily="34" charset="-122"/>
                <a:cs typeface="Arial" pitchFamily="34" charset="-120"/>
              </a:rPr>
              <a:t>GOALS</a:t>
            </a:r>
            <a:endParaRPr lang="en-US" sz="3600" dirty="0">
              <a:solidFill>
                <a:schemeClr val="bg1"/>
              </a:solidFill>
            </a:endParaRPr>
          </a:p>
        </p:txBody>
      </p:sp>
      <p:sp>
        <p:nvSpPr>
          <p:cNvPr id="5" name="Text 3"/>
          <p:cNvSpPr txBox="1"/>
          <p:nvPr/>
        </p:nvSpPr>
        <p:spPr>
          <a:xfrm>
            <a:off x="3985916" y="1060155"/>
            <a:ext cx="11274552" cy="566928"/>
          </a:xfrm>
          <a:prstGeom prst="rect">
            <a:avLst/>
          </a:prstGeom>
          <a:noFill/>
          <a:ln/>
        </p:spPr>
        <p:txBody>
          <a:bodyPr wrap="square" rtlCol="0" anchor="ctr"/>
          <a:lstStyle/>
          <a:p>
            <a:pPr marL="0" indent="0">
              <a:buNone/>
            </a:pPr>
            <a:r>
              <a:rPr lang="en-US" sz="2700" b="1" dirty="0">
                <a:solidFill>
                  <a:srgbClr val="1C1C1C"/>
                </a:solidFill>
                <a:latin typeface="Arial" pitchFamily="34" charset="0"/>
                <a:ea typeface="Arial" pitchFamily="34" charset="-122"/>
                <a:cs typeface="Arial" pitchFamily="34" charset="-120"/>
              </a:rPr>
              <a:t>Project Objectives &amp; Scope</a:t>
            </a:r>
            <a:endParaRPr lang="en-US" sz="2700" dirty="0"/>
          </a:p>
        </p:txBody>
      </p:sp>
      <p:sp>
        <p:nvSpPr>
          <p:cNvPr id="6" name="Shape 4"/>
          <p:cNvSpPr/>
          <p:nvPr/>
        </p:nvSpPr>
        <p:spPr>
          <a:xfrm>
            <a:off x="457200" y="1743617"/>
            <a:ext cx="6400800" cy="4062823"/>
          </a:xfrm>
          <a:prstGeom prst="roundRect">
            <a:avLst>
              <a:gd name="adj" fmla="val 1739"/>
            </a:avLst>
          </a:prstGeom>
          <a:ln/>
        </p:spPr>
        <p:style>
          <a:lnRef idx="2">
            <a:schemeClr val="dk1"/>
          </a:lnRef>
          <a:fillRef idx="1">
            <a:schemeClr val="lt1"/>
          </a:fillRef>
          <a:effectRef idx="0">
            <a:schemeClr val="dk1"/>
          </a:effectRef>
          <a:fontRef idx="minor">
            <a:schemeClr val="dk1"/>
          </a:fontRef>
        </p:style>
        <p:txBody>
          <a:bodyPr/>
          <a:lstStyle/>
          <a:p>
            <a:endParaRPr lang="en-US"/>
          </a:p>
        </p:txBody>
      </p:sp>
      <p:sp>
        <p:nvSpPr>
          <p:cNvPr id="7" name="Text 5"/>
          <p:cNvSpPr txBox="1"/>
          <p:nvPr/>
        </p:nvSpPr>
        <p:spPr>
          <a:xfrm>
            <a:off x="716280" y="1869948"/>
            <a:ext cx="5852160" cy="292608"/>
          </a:xfrm>
          <a:prstGeom prst="rect">
            <a:avLst/>
          </a:prstGeom>
          <a:noFill/>
          <a:ln/>
        </p:spPr>
        <p:txBody>
          <a:bodyPr wrap="square" lIns="0" tIns="0" rIns="0" bIns="0" rtlCol="0" anchor="ctr"/>
          <a:lstStyle/>
          <a:p>
            <a:pPr marL="0" indent="0">
              <a:buNone/>
            </a:pPr>
            <a:r>
              <a:rPr lang="en-US" sz="2800" b="1" dirty="0">
                <a:solidFill>
                  <a:srgbClr val="193EB0"/>
                </a:solidFill>
                <a:latin typeface="Arial" pitchFamily="34" charset="0"/>
                <a:ea typeface="Arial" pitchFamily="34" charset="-122"/>
                <a:cs typeface="Arial" pitchFamily="34" charset="-120"/>
              </a:rPr>
              <a:t>Objectives</a:t>
            </a:r>
            <a:endParaRPr lang="en-US" sz="2800" dirty="0"/>
          </a:p>
        </p:txBody>
      </p:sp>
      <p:sp>
        <p:nvSpPr>
          <p:cNvPr id="8" name="Text 6"/>
          <p:cNvSpPr txBox="1"/>
          <p:nvPr/>
        </p:nvSpPr>
        <p:spPr>
          <a:xfrm>
            <a:off x="731520" y="2494148"/>
            <a:ext cx="1828800" cy="237744"/>
          </a:xfrm>
          <a:prstGeom prst="rect">
            <a:avLst/>
          </a:prstGeom>
          <a:noFill/>
          <a:ln/>
        </p:spPr>
        <p:txBody>
          <a:bodyPr wrap="square" lIns="0" tIns="0" rIns="0" bIns="0" rtlCol="0" anchor="ctr"/>
          <a:lstStyle/>
          <a:p>
            <a:pPr marL="0" indent="0">
              <a:buNone/>
            </a:pPr>
            <a:r>
              <a:rPr lang="en-US" sz="2800" b="1" kern="0" spc="120" dirty="0">
                <a:latin typeface="Arial" pitchFamily="34" charset="0"/>
                <a:ea typeface="Arial" pitchFamily="34" charset="-122"/>
                <a:cs typeface="Arial" pitchFamily="34" charset="-120"/>
              </a:rPr>
              <a:t>PRIMARY</a:t>
            </a:r>
            <a:endParaRPr lang="en-US" sz="2000" dirty="0"/>
          </a:p>
        </p:txBody>
      </p:sp>
      <p:sp>
        <p:nvSpPr>
          <p:cNvPr id="9" name="Text 7"/>
          <p:cNvSpPr txBox="1"/>
          <p:nvPr/>
        </p:nvSpPr>
        <p:spPr>
          <a:xfrm>
            <a:off x="731520" y="2787000"/>
            <a:ext cx="5577840" cy="777240"/>
          </a:xfrm>
          <a:prstGeom prst="rect">
            <a:avLst/>
          </a:prstGeom>
          <a:noFill/>
          <a:ln/>
        </p:spPr>
        <p:txBody>
          <a:bodyPr wrap="square" lIns="0" tIns="0" rIns="0" bIns="0" rtlCol="0" anchor="ctr"/>
          <a:lstStyle/>
          <a:p>
            <a:pPr marL="0" indent="0">
              <a:lnSpc>
                <a:spcPct val="120000"/>
              </a:lnSpc>
              <a:buNone/>
            </a:pPr>
            <a:r>
              <a:rPr lang="en-US" sz="1400" dirty="0">
                <a:solidFill>
                  <a:srgbClr val="1C1C1C"/>
                </a:solidFill>
                <a:latin typeface="Arial" pitchFamily="34" charset="0"/>
                <a:ea typeface="Arial" pitchFamily="34" charset="-122"/>
                <a:cs typeface="Arial" pitchFamily="34" charset="-120"/>
              </a:rPr>
              <a:t>Build and deploy a regression model that predicts hourly westbound traffic volume with high precision (target: test R² above 0.90).</a:t>
            </a:r>
            <a:endParaRPr lang="en-US" sz="1400" dirty="0"/>
          </a:p>
        </p:txBody>
      </p:sp>
      <p:sp>
        <p:nvSpPr>
          <p:cNvPr id="10" name="Text 8"/>
          <p:cNvSpPr txBox="1"/>
          <p:nvPr/>
        </p:nvSpPr>
        <p:spPr>
          <a:xfrm>
            <a:off x="731520" y="3550232"/>
            <a:ext cx="2956560" cy="376686"/>
          </a:xfrm>
          <a:prstGeom prst="rect">
            <a:avLst/>
          </a:prstGeom>
          <a:noFill/>
          <a:ln/>
        </p:spPr>
        <p:txBody>
          <a:bodyPr wrap="square" lIns="0" tIns="0" rIns="0" bIns="0" rtlCol="0" anchor="ctr"/>
          <a:lstStyle/>
          <a:p>
            <a:pPr marL="0" indent="0">
              <a:buNone/>
            </a:pPr>
            <a:r>
              <a:rPr lang="en-US" sz="2800" b="1" kern="0" spc="120" dirty="0">
                <a:latin typeface="Arial" pitchFamily="34" charset="0"/>
                <a:ea typeface="Arial" pitchFamily="34" charset="-122"/>
                <a:cs typeface="Arial" pitchFamily="34" charset="-120"/>
              </a:rPr>
              <a:t>SECONDARY</a:t>
            </a:r>
            <a:endParaRPr lang="en-US" sz="2800" dirty="0"/>
          </a:p>
        </p:txBody>
      </p:sp>
      <p:sp>
        <p:nvSpPr>
          <p:cNvPr id="11" name="Text 9"/>
          <p:cNvSpPr txBox="1"/>
          <p:nvPr/>
        </p:nvSpPr>
        <p:spPr>
          <a:xfrm>
            <a:off x="731520" y="4023000"/>
            <a:ext cx="5577840" cy="777240"/>
          </a:xfrm>
          <a:prstGeom prst="rect">
            <a:avLst/>
          </a:prstGeom>
          <a:noFill/>
          <a:ln/>
        </p:spPr>
        <p:txBody>
          <a:bodyPr wrap="square" lIns="0" tIns="0" rIns="0" bIns="0" rtlCol="0" anchor="ctr"/>
          <a:lstStyle/>
          <a:p>
            <a:pPr marL="0" indent="0">
              <a:lnSpc>
                <a:spcPct val="120000"/>
              </a:lnSpc>
              <a:buNone/>
            </a:pPr>
            <a:r>
              <a:rPr lang="en-US" sz="1400" dirty="0">
                <a:solidFill>
                  <a:srgbClr val="1C1C1C"/>
                </a:solidFill>
                <a:latin typeface="Arial" pitchFamily="34" charset="0"/>
                <a:ea typeface="Arial" pitchFamily="34" charset="-122"/>
                <a:cs typeface="Arial" pitchFamily="34" charset="-120"/>
              </a:rPr>
              <a:t>Quantify how much of the variance comes from time-based patterns versus weather and holiday effects, then ship the model as a live service.</a:t>
            </a:r>
            <a:endParaRPr lang="en-US" sz="1400" dirty="0"/>
          </a:p>
        </p:txBody>
      </p:sp>
      <p:sp>
        <p:nvSpPr>
          <p:cNvPr id="12" name="Text 10"/>
          <p:cNvSpPr txBox="1"/>
          <p:nvPr/>
        </p:nvSpPr>
        <p:spPr>
          <a:xfrm>
            <a:off x="716280" y="4939917"/>
            <a:ext cx="2743200" cy="548640"/>
          </a:xfrm>
          <a:prstGeom prst="rect">
            <a:avLst/>
          </a:prstGeom>
          <a:noFill/>
          <a:ln/>
        </p:spPr>
        <p:txBody>
          <a:bodyPr wrap="square" lIns="0" tIns="0" rIns="0" bIns="0" rtlCol="0" anchor="ctr"/>
          <a:lstStyle/>
          <a:p>
            <a:pPr marL="0" indent="0">
              <a:buNone/>
            </a:pPr>
            <a:r>
              <a:rPr lang="en-US" sz="3000" b="1" dirty="0">
                <a:solidFill>
                  <a:srgbClr val="193EB0"/>
                </a:solidFill>
                <a:latin typeface="Arial" pitchFamily="34" charset="0"/>
                <a:ea typeface="Arial" pitchFamily="34" charset="-122"/>
                <a:cs typeface="Arial" pitchFamily="34" charset="-120"/>
              </a:rPr>
              <a:t>R² &gt; 0.90</a:t>
            </a:r>
            <a:endParaRPr lang="en-US" sz="3000" dirty="0"/>
          </a:p>
        </p:txBody>
      </p:sp>
      <p:sp>
        <p:nvSpPr>
          <p:cNvPr id="13" name="Text 11"/>
          <p:cNvSpPr txBox="1"/>
          <p:nvPr/>
        </p:nvSpPr>
        <p:spPr>
          <a:xfrm>
            <a:off x="731520" y="5364106"/>
            <a:ext cx="5303520" cy="457200"/>
          </a:xfrm>
          <a:prstGeom prst="rect">
            <a:avLst/>
          </a:prstGeom>
          <a:noFill/>
          <a:ln/>
        </p:spPr>
        <p:txBody>
          <a:bodyPr wrap="square" lIns="0" tIns="0" rIns="0" bIns="0" rtlCol="0" anchor="ctr"/>
          <a:lstStyle/>
          <a:p>
            <a:pPr marL="0" indent="0">
              <a:buNone/>
            </a:pPr>
            <a:r>
              <a:rPr lang="en-US" sz="1050" i="1" dirty="0">
                <a:solidFill>
                  <a:srgbClr val="7F7F7F"/>
                </a:solidFill>
                <a:latin typeface="Arial" pitchFamily="34" charset="0"/>
                <a:ea typeface="Arial" pitchFamily="34" charset="-122"/>
                <a:cs typeface="Arial" pitchFamily="34" charset="-120"/>
              </a:rPr>
              <a:t>target accuracy on held-out 2018 test data</a:t>
            </a:r>
            <a:endParaRPr lang="en-US" sz="1050" dirty="0"/>
          </a:p>
        </p:txBody>
      </p:sp>
      <p:sp>
        <p:nvSpPr>
          <p:cNvPr id="14" name="Shape 12"/>
          <p:cNvSpPr/>
          <p:nvPr/>
        </p:nvSpPr>
        <p:spPr>
          <a:xfrm>
            <a:off x="7159752" y="1766760"/>
            <a:ext cx="3657600" cy="4039680"/>
          </a:xfrm>
          <a:prstGeom prst="roundRect">
            <a:avLst>
              <a:gd name="adj" fmla="val 2000"/>
            </a:avLst>
          </a:prstGeom>
          <a:solidFill>
            <a:srgbClr val="193EB0"/>
          </a:solidFill>
          <a:ln w="12700">
            <a:solidFill>
              <a:srgbClr val="193EB0"/>
            </a:solidFill>
            <a:prstDash val="solid"/>
          </a:ln>
        </p:spPr>
        <p:txBody>
          <a:bodyPr/>
          <a:lstStyle/>
          <a:p>
            <a:endParaRPr lang="en-US"/>
          </a:p>
        </p:txBody>
      </p:sp>
      <p:sp>
        <p:nvSpPr>
          <p:cNvPr id="15" name="Text 13"/>
          <p:cNvSpPr txBox="1"/>
          <p:nvPr/>
        </p:nvSpPr>
        <p:spPr>
          <a:xfrm>
            <a:off x="7434072" y="1869948"/>
            <a:ext cx="3108960" cy="292608"/>
          </a:xfrm>
          <a:prstGeom prst="rect">
            <a:avLst/>
          </a:prstGeom>
          <a:noFill/>
          <a:ln/>
        </p:spPr>
        <p:txBody>
          <a:bodyPr wrap="square" lIns="0" tIns="0" rIns="0" bIns="0" rtlCol="0" anchor="ctr"/>
          <a:lstStyle/>
          <a:p>
            <a:pPr marL="0" indent="0">
              <a:buNone/>
            </a:pPr>
            <a:r>
              <a:rPr lang="en-US" sz="2800" b="1" dirty="0">
                <a:solidFill>
                  <a:srgbClr val="FFFFFF"/>
                </a:solidFill>
                <a:latin typeface="Arial" pitchFamily="34" charset="0"/>
                <a:ea typeface="Arial" pitchFamily="34" charset="-122"/>
                <a:cs typeface="Arial" pitchFamily="34" charset="-120"/>
              </a:rPr>
              <a:t>Project Scope</a:t>
            </a:r>
            <a:endParaRPr lang="en-US" sz="2800" dirty="0"/>
          </a:p>
        </p:txBody>
      </p:sp>
      <p:sp>
        <p:nvSpPr>
          <p:cNvPr id="16" name="Text 14"/>
          <p:cNvSpPr txBox="1"/>
          <p:nvPr/>
        </p:nvSpPr>
        <p:spPr>
          <a:xfrm>
            <a:off x="7434072" y="2393519"/>
            <a:ext cx="3108960" cy="256032"/>
          </a:xfrm>
          <a:prstGeom prst="rect">
            <a:avLst/>
          </a:prstGeom>
          <a:noFill/>
          <a:ln/>
        </p:spPr>
        <p:txBody>
          <a:bodyPr wrap="square" lIns="0" tIns="0" rIns="0" bIns="0" rtlCol="0" anchor="ctr"/>
          <a:lstStyle/>
          <a:p>
            <a:pPr marL="0" indent="0">
              <a:buNone/>
            </a:pPr>
            <a:r>
              <a:rPr lang="en-US" sz="2000" b="1" dirty="0">
                <a:solidFill>
                  <a:schemeClr val="bg1"/>
                </a:solidFill>
                <a:latin typeface="Arial" pitchFamily="34" charset="0"/>
                <a:ea typeface="Arial" pitchFamily="34" charset="-122"/>
                <a:cs typeface="Arial" pitchFamily="34" charset="-120"/>
              </a:rPr>
              <a:t>Geospatial Focus</a:t>
            </a:r>
            <a:endParaRPr lang="en-US" sz="2000" dirty="0">
              <a:solidFill>
                <a:schemeClr val="bg1"/>
              </a:solidFill>
            </a:endParaRPr>
          </a:p>
        </p:txBody>
      </p:sp>
      <p:sp>
        <p:nvSpPr>
          <p:cNvPr id="17" name="Text 15"/>
          <p:cNvSpPr txBox="1"/>
          <p:nvPr/>
        </p:nvSpPr>
        <p:spPr>
          <a:xfrm>
            <a:off x="7434072" y="2804107"/>
            <a:ext cx="3108960" cy="566928"/>
          </a:xfrm>
          <a:prstGeom prst="rect">
            <a:avLst/>
          </a:prstGeom>
          <a:noFill/>
          <a:ln/>
        </p:spPr>
        <p:txBody>
          <a:bodyPr wrap="square" lIns="0" tIns="0" rIns="0" bIns="0" rtlCol="0" anchor="ctr"/>
          <a:lstStyle/>
          <a:p>
            <a:pPr marL="0" indent="0">
              <a:lnSpc>
                <a:spcPct val="120000"/>
              </a:lnSpc>
              <a:buNone/>
            </a:pPr>
            <a:r>
              <a:rPr lang="en-US" sz="1400" dirty="0">
                <a:solidFill>
                  <a:srgbClr val="DCE4F7"/>
                </a:solidFill>
                <a:latin typeface="Arial" pitchFamily="34" charset="0"/>
                <a:ea typeface="Arial" pitchFamily="34" charset="-122"/>
                <a:cs typeface="Arial" pitchFamily="34" charset="-120"/>
              </a:rPr>
              <a:t>I-94 Westbound, MN DoT ATR station 301</a:t>
            </a:r>
            <a:endParaRPr lang="en-US" sz="1400" dirty="0"/>
          </a:p>
        </p:txBody>
      </p:sp>
      <p:sp>
        <p:nvSpPr>
          <p:cNvPr id="18" name="Text 16"/>
          <p:cNvSpPr txBox="1"/>
          <p:nvPr/>
        </p:nvSpPr>
        <p:spPr>
          <a:xfrm>
            <a:off x="7434072" y="3533848"/>
            <a:ext cx="3108960" cy="256032"/>
          </a:xfrm>
          <a:prstGeom prst="rect">
            <a:avLst/>
          </a:prstGeom>
          <a:noFill/>
          <a:ln/>
        </p:spPr>
        <p:txBody>
          <a:bodyPr wrap="square" lIns="0" tIns="0" rIns="0" bIns="0" rtlCol="0" anchor="ctr"/>
          <a:lstStyle/>
          <a:p>
            <a:pPr marL="0" indent="0">
              <a:buNone/>
            </a:pPr>
            <a:r>
              <a:rPr lang="en-US" sz="2000" b="1" dirty="0">
                <a:solidFill>
                  <a:schemeClr val="bg1"/>
                </a:solidFill>
                <a:latin typeface="Arial" pitchFamily="34" charset="0"/>
                <a:ea typeface="Arial" pitchFamily="34" charset="-122"/>
                <a:cs typeface="Arial" pitchFamily="34" charset="-120"/>
              </a:rPr>
              <a:t>Temporal Range</a:t>
            </a:r>
            <a:endParaRPr lang="en-US" sz="2000" dirty="0">
              <a:solidFill>
                <a:schemeClr val="bg1"/>
              </a:solidFill>
            </a:endParaRPr>
          </a:p>
        </p:txBody>
      </p:sp>
      <p:sp>
        <p:nvSpPr>
          <p:cNvPr id="19" name="Text 17"/>
          <p:cNvSpPr txBox="1"/>
          <p:nvPr/>
        </p:nvSpPr>
        <p:spPr>
          <a:xfrm>
            <a:off x="7434072" y="3814667"/>
            <a:ext cx="3108960" cy="566928"/>
          </a:xfrm>
          <a:prstGeom prst="rect">
            <a:avLst/>
          </a:prstGeom>
          <a:noFill/>
          <a:ln/>
        </p:spPr>
        <p:txBody>
          <a:bodyPr wrap="square" lIns="0" tIns="0" rIns="0" bIns="0" rtlCol="0" anchor="ctr"/>
          <a:lstStyle/>
          <a:p>
            <a:pPr marL="0" indent="0">
              <a:lnSpc>
                <a:spcPct val="120000"/>
              </a:lnSpc>
              <a:buNone/>
            </a:pPr>
            <a:r>
              <a:rPr lang="en-US" sz="1400" dirty="0">
                <a:solidFill>
                  <a:srgbClr val="DCE4F7"/>
                </a:solidFill>
                <a:latin typeface="Arial" pitchFamily="34" charset="0"/>
                <a:ea typeface="Arial" pitchFamily="34" charset="-122"/>
                <a:cs typeface="Arial" pitchFamily="34" charset="-120"/>
              </a:rPr>
              <a:t>Oct 2012 – Sep 2018, hourly readings</a:t>
            </a:r>
            <a:endParaRPr lang="en-US" sz="1400" dirty="0"/>
          </a:p>
        </p:txBody>
      </p:sp>
      <p:sp>
        <p:nvSpPr>
          <p:cNvPr id="20" name="Text 18"/>
          <p:cNvSpPr txBox="1"/>
          <p:nvPr/>
        </p:nvSpPr>
        <p:spPr>
          <a:xfrm>
            <a:off x="7434072" y="4579514"/>
            <a:ext cx="3108960" cy="256032"/>
          </a:xfrm>
          <a:prstGeom prst="rect">
            <a:avLst/>
          </a:prstGeom>
          <a:noFill/>
          <a:ln/>
        </p:spPr>
        <p:txBody>
          <a:bodyPr wrap="square" lIns="0" tIns="0" rIns="0" bIns="0" rtlCol="0" anchor="ctr"/>
          <a:lstStyle/>
          <a:p>
            <a:pPr marL="0" indent="0">
              <a:buNone/>
            </a:pPr>
            <a:r>
              <a:rPr lang="en-US" sz="2000" b="1" dirty="0">
                <a:solidFill>
                  <a:schemeClr val="bg1"/>
                </a:solidFill>
                <a:latin typeface="Arial" pitchFamily="34" charset="0"/>
                <a:ea typeface="Arial" pitchFamily="34" charset="-122"/>
                <a:cs typeface="Arial" pitchFamily="34" charset="-120"/>
              </a:rPr>
              <a:t>Delivery Target</a:t>
            </a:r>
            <a:endParaRPr lang="en-US" sz="2000" dirty="0">
              <a:solidFill>
                <a:schemeClr val="bg1"/>
              </a:solidFill>
            </a:endParaRPr>
          </a:p>
        </p:txBody>
      </p:sp>
      <p:sp>
        <p:nvSpPr>
          <p:cNvPr id="21" name="Text 19"/>
          <p:cNvSpPr txBox="1"/>
          <p:nvPr/>
        </p:nvSpPr>
        <p:spPr>
          <a:xfrm>
            <a:off x="7434072" y="4930773"/>
            <a:ext cx="3108960" cy="566928"/>
          </a:xfrm>
          <a:prstGeom prst="rect">
            <a:avLst/>
          </a:prstGeom>
          <a:noFill/>
          <a:ln/>
        </p:spPr>
        <p:txBody>
          <a:bodyPr wrap="square" lIns="0" tIns="0" rIns="0" bIns="0" rtlCol="0" anchor="ctr"/>
          <a:lstStyle/>
          <a:p>
            <a:pPr marL="0" indent="0">
              <a:lnSpc>
                <a:spcPct val="120000"/>
              </a:lnSpc>
              <a:buNone/>
            </a:pPr>
            <a:r>
              <a:rPr lang="en-US" sz="1400" dirty="0">
                <a:solidFill>
                  <a:srgbClr val="DCE4F7"/>
                </a:solidFill>
                <a:latin typeface="Arial" pitchFamily="34" charset="0"/>
                <a:ea typeface="Arial" pitchFamily="34" charset="-122"/>
                <a:cs typeface="Arial" pitchFamily="34" charset="-120"/>
              </a:rPr>
              <a:t>A deployed, queryable forecasting API</a:t>
            </a:r>
            <a:endParaRPr lang="en-US" sz="1400" dirty="0"/>
          </a:p>
        </p:txBody>
      </p:sp>
      <p:sp>
        <p:nvSpPr>
          <p:cNvPr id="23" name="Text 21"/>
          <p:cNvSpPr txBox="1"/>
          <p:nvPr/>
        </p:nvSpPr>
        <p:spPr>
          <a:xfrm>
            <a:off x="11274552" y="6547104"/>
            <a:ext cx="457200" cy="237744"/>
          </a:xfrm>
          <a:prstGeom prst="rect">
            <a:avLst/>
          </a:prstGeom>
          <a:noFill/>
          <a:ln/>
        </p:spPr>
        <p:txBody>
          <a:bodyPr wrap="square" rtlCol="0" anchor="ctr"/>
          <a:lstStyle/>
          <a:p>
            <a:pPr marL="0" indent="0" algn="r">
              <a:buNone/>
            </a:pPr>
            <a:r>
              <a:rPr lang="en-US" sz="850" dirty="0">
                <a:solidFill>
                  <a:srgbClr val="BFBFBF"/>
                </a:solidFill>
                <a:latin typeface="Arial" pitchFamily="34" charset="0"/>
                <a:ea typeface="Arial" pitchFamily="34" charset="-122"/>
                <a:cs typeface="Arial" pitchFamily="34" charset="-120"/>
              </a:rPr>
              <a:t>4</a:t>
            </a:r>
            <a:endParaRPr lang="en-US" sz="850" dirty="0"/>
          </a:p>
        </p:txBody>
      </p:sp>
      <p:sp>
        <p:nvSpPr>
          <p:cNvPr id="25" name="Text 28">
            <a:extLst>
              <a:ext uri="{FF2B5EF4-FFF2-40B4-BE49-F238E27FC236}">
                <a16:creationId xmlns:a16="http://schemas.microsoft.com/office/drawing/2014/main" id="{1070AB8A-21EA-C3FD-690B-D4142A09BF60}"/>
              </a:ext>
            </a:extLst>
          </p:cNvPr>
          <p:cNvSpPr txBox="1"/>
          <p:nvPr/>
        </p:nvSpPr>
        <p:spPr>
          <a:xfrm>
            <a:off x="310896" y="6375291"/>
            <a:ext cx="5486400" cy="237744"/>
          </a:xfrm>
          <a:prstGeom prst="rect">
            <a:avLst/>
          </a:prstGeom>
          <a:noFill/>
          <a:ln/>
        </p:spPr>
        <p:txBody>
          <a:bodyPr wrap="square" rtlCol="0" anchor="ctr"/>
          <a:lstStyle/>
          <a:p>
            <a:pPr>
              <a:lnSpc>
                <a:spcPts val="1560"/>
              </a:lnSpc>
            </a:pPr>
            <a:r>
              <a:rPr lang="en-US" sz="900" dirty="0">
                <a:solidFill>
                  <a:srgbClr val="7F7F7F"/>
                </a:solidFill>
                <a:latin typeface="Arial MT Pro"/>
                <a:ea typeface="Arial MT Pro"/>
                <a:cs typeface="Arial MT Pro"/>
                <a:sym typeface="Arial MT Pro"/>
              </a:rPr>
              <a:t>Samsung Innovation Campus</a:t>
            </a:r>
          </a:p>
        </p:txBody>
      </p:sp>
      <p:sp>
        <p:nvSpPr>
          <p:cNvPr id="27" name="AutoShape 4">
            <a:extLst>
              <a:ext uri="{FF2B5EF4-FFF2-40B4-BE49-F238E27FC236}">
                <a16:creationId xmlns:a16="http://schemas.microsoft.com/office/drawing/2014/main" id="{4D658F2F-A6E4-01F6-5C0C-08865CD4FB49}"/>
              </a:ext>
            </a:extLst>
          </p:cNvPr>
          <p:cNvSpPr/>
          <p:nvPr/>
        </p:nvSpPr>
        <p:spPr>
          <a:xfrm rot="3727" flipV="1">
            <a:off x="457203" y="6207894"/>
            <a:ext cx="10360146" cy="11912"/>
          </a:xfrm>
          <a:prstGeom prst="line">
            <a:avLst/>
          </a:prstGeom>
          <a:ln w="9525" cap="rnd">
            <a:solidFill>
              <a:srgbClr val="BFBFBF"/>
            </a:solidFill>
            <a:prstDash val="solid"/>
            <a:headEnd type="none" w="sm" len="sm"/>
            <a:tailEnd type="none" w="sm" len="sm"/>
          </a:ln>
        </p:spPr>
        <p:txBody>
          <a:bodyPr/>
          <a:lstStyle/>
          <a:p>
            <a:endParaRPr lang="en-US" dirty="0"/>
          </a:p>
        </p:txBody>
      </p:sp>
      <p:pic>
        <p:nvPicPr>
          <p:cNvPr id="31" name="Picture 30">
            <a:extLst>
              <a:ext uri="{FF2B5EF4-FFF2-40B4-BE49-F238E27FC236}">
                <a16:creationId xmlns:a16="http://schemas.microsoft.com/office/drawing/2014/main" id="{E0BAB047-9753-7E71-4564-8CF2BF1C18ED}"/>
              </a:ext>
            </a:extLst>
          </p:cNvPr>
          <p:cNvPicPr>
            <a:picLocks noChangeAspect="1"/>
          </p:cNvPicPr>
          <p:nvPr/>
        </p:nvPicPr>
        <p:blipFill>
          <a:blip r:embed="rId3"/>
          <a:stretch>
            <a:fillRect/>
          </a:stretch>
        </p:blipFill>
        <p:spPr>
          <a:xfrm>
            <a:off x="10965614" y="5298041"/>
            <a:ext cx="1046530" cy="1046530"/>
          </a:xfrm>
          <a:prstGeom prst="rect">
            <a:avLst/>
          </a:prstGeom>
        </p:spPr>
      </p:pic>
    </p:spTree>
  </p:cSld>
  <p:clrMapOvr>
    <a:masterClrMapping/>
  </p:clrMapOvr>
  <mc:AlternateContent xmlns:mc="http://schemas.openxmlformats.org/markup-compatibility/2006">
    <mc:Choice xmlns:p159="http://schemas.microsoft.com/office/powerpoint/2015/09/main" Requires="p159">
      <p:transition xmlns:p14="http://schemas.microsoft.com/office/powerpoint/2010/main" spd="slow" p14:dur="2000">
        <p159:morph option="byObject"/>
      </p:transition>
    </mc:Choice>
    <mc:Fallback>
      <p:transition spd="slow">
        <p:fade/>
      </p:transition>
    </mc:Fallback>
  </mc:AlternateContent>
</p:sld>
</file>

<file path=ppt/slides/slide6.xml><?xml version="1.0" encoding="utf-8"?>
<p:sld xmlns:a="http://schemas.openxmlformats.org/drawingml/2006/main" xmlns:r="http://schemas.openxmlformats.org/officeDocument/2006/relationships" xmlns:p="http://schemas.openxmlformats.org/presentationml/2006/main">
  <p:cSld name="Slide 5">
    <p:bg>
      <p:bgPr>
        <a:solidFill>
          <a:srgbClr val="FFFFFF"/>
        </a:solidFill>
        <a:effectLst/>
      </p:bgPr>
    </p:bg>
    <p:spTree>
      <p:nvGrpSpPr>
        <p:cNvPr id="1" name=""/>
        <p:cNvGrpSpPr/>
        <p:nvPr/>
      </p:nvGrpSpPr>
      <p:grpSpPr>
        <a:xfrm>
          <a:off x="0" y="0"/>
          <a:ext cx="0" cy="0"/>
          <a:chOff x="0" y="0"/>
          <a:chExt cx="0" cy="0"/>
        </a:xfrm>
      </p:grpSpPr>
      <p:grpSp>
        <p:nvGrpSpPr>
          <p:cNvPr id="38" name="Group 2">
            <a:extLst>
              <a:ext uri="{FF2B5EF4-FFF2-40B4-BE49-F238E27FC236}">
                <a16:creationId xmlns:a16="http://schemas.microsoft.com/office/drawing/2014/main" id="{DA7053FC-FFB9-81C6-3FA5-0AADA89FF398}"/>
              </a:ext>
            </a:extLst>
          </p:cNvPr>
          <p:cNvGrpSpPr/>
          <p:nvPr/>
        </p:nvGrpSpPr>
        <p:grpSpPr>
          <a:xfrm>
            <a:off x="0" y="-131"/>
            <a:ext cx="12192041" cy="1046530"/>
            <a:chOff x="2" y="-343"/>
            <a:chExt cx="13203810" cy="2760725"/>
          </a:xfrm>
        </p:grpSpPr>
        <p:sp>
          <p:nvSpPr>
            <p:cNvPr id="39" name="Freeform 3">
              <a:extLst>
                <a:ext uri="{FF2B5EF4-FFF2-40B4-BE49-F238E27FC236}">
                  <a16:creationId xmlns:a16="http://schemas.microsoft.com/office/drawing/2014/main" id="{565B5BA2-33D7-B468-ACCD-4BF437EEC0BB}"/>
                </a:ext>
              </a:extLst>
            </p:cNvPr>
            <p:cNvSpPr/>
            <p:nvPr/>
          </p:nvSpPr>
          <p:spPr>
            <a:xfrm>
              <a:off x="2" y="-343"/>
              <a:ext cx="13203810" cy="2760725"/>
            </a:xfrm>
            <a:custGeom>
              <a:avLst/>
              <a:gdLst/>
              <a:ahLst/>
              <a:cxnLst/>
              <a:rect l="l" t="t" r="r" b="b"/>
              <a:pathLst>
                <a:path w="13203810" h="2760726">
                  <a:moveTo>
                    <a:pt x="0" y="0"/>
                  </a:moveTo>
                  <a:lnTo>
                    <a:pt x="13203810" y="0"/>
                  </a:lnTo>
                  <a:lnTo>
                    <a:pt x="13203810" y="2760726"/>
                  </a:lnTo>
                  <a:lnTo>
                    <a:pt x="0" y="2760726"/>
                  </a:lnTo>
                  <a:close/>
                </a:path>
              </a:pathLst>
            </a:custGeom>
            <a:solidFill>
              <a:srgbClr val="193EB0"/>
            </a:solidFill>
          </p:spPr>
          <p:txBody>
            <a:bodyPr/>
            <a:lstStyle/>
            <a:p>
              <a:endParaRPr lang="en-US" dirty="0"/>
            </a:p>
          </p:txBody>
        </p:sp>
      </p:grpSp>
      <p:sp>
        <p:nvSpPr>
          <p:cNvPr id="4" name="Text 2"/>
          <p:cNvSpPr txBox="1"/>
          <p:nvPr/>
        </p:nvSpPr>
        <p:spPr>
          <a:xfrm>
            <a:off x="2841498" y="351083"/>
            <a:ext cx="7315200" cy="274320"/>
          </a:xfrm>
          <a:prstGeom prst="rect">
            <a:avLst/>
          </a:prstGeom>
          <a:noFill/>
          <a:ln/>
        </p:spPr>
        <p:txBody>
          <a:bodyPr wrap="square" rtlCol="0" anchor="ctr"/>
          <a:lstStyle/>
          <a:p>
            <a:pPr marL="0" indent="0">
              <a:buNone/>
            </a:pPr>
            <a:r>
              <a:rPr lang="en-US" sz="3600" b="1" kern="0" spc="200" dirty="0">
                <a:solidFill>
                  <a:schemeClr val="bg1"/>
                </a:solidFill>
                <a:latin typeface="Arial" pitchFamily="34" charset="0"/>
                <a:ea typeface="Arial" pitchFamily="34" charset="-122"/>
                <a:cs typeface="Arial" pitchFamily="34" charset="-120"/>
              </a:rPr>
              <a:t>DATA UNDERSTANDING</a:t>
            </a:r>
            <a:endParaRPr lang="en-US" sz="3600" dirty="0">
              <a:solidFill>
                <a:schemeClr val="bg1"/>
              </a:solidFill>
            </a:endParaRPr>
          </a:p>
        </p:txBody>
      </p:sp>
      <p:sp>
        <p:nvSpPr>
          <p:cNvPr id="5" name="Text 3"/>
          <p:cNvSpPr txBox="1"/>
          <p:nvPr/>
        </p:nvSpPr>
        <p:spPr>
          <a:xfrm>
            <a:off x="354027" y="996696"/>
            <a:ext cx="11274552" cy="566928"/>
          </a:xfrm>
          <a:prstGeom prst="rect">
            <a:avLst/>
          </a:prstGeom>
          <a:noFill/>
          <a:ln/>
        </p:spPr>
        <p:txBody>
          <a:bodyPr wrap="square" rtlCol="0" anchor="ctr"/>
          <a:lstStyle/>
          <a:p>
            <a:pPr marL="0" indent="0">
              <a:buNone/>
            </a:pPr>
            <a:r>
              <a:rPr lang="en-US" sz="2700" b="1" dirty="0">
                <a:solidFill>
                  <a:srgbClr val="1C1C1C"/>
                </a:solidFill>
                <a:latin typeface="Arial" pitchFamily="34" charset="0"/>
                <a:ea typeface="Arial" pitchFamily="34" charset="-122"/>
                <a:cs typeface="Arial" pitchFamily="34" charset="-120"/>
              </a:rPr>
              <a:t>Dataset Overview &amp; Characteristics</a:t>
            </a:r>
            <a:endParaRPr lang="en-US" sz="2700" dirty="0"/>
          </a:p>
        </p:txBody>
      </p:sp>
      <p:sp>
        <p:nvSpPr>
          <p:cNvPr id="6" name="Shape 4"/>
          <p:cNvSpPr/>
          <p:nvPr/>
        </p:nvSpPr>
        <p:spPr>
          <a:xfrm>
            <a:off x="457200" y="1600200"/>
            <a:ext cx="2384298" cy="1051560"/>
          </a:xfrm>
          <a:prstGeom prst="roundRect">
            <a:avLst>
              <a:gd name="adj" fmla="val 6957"/>
            </a:avLst>
          </a:prstGeom>
          <a:ln/>
        </p:spPr>
        <p:style>
          <a:lnRef idx="2">
            <a:schemeClr val="dk1"/>
          </a:lnRef>
          <a:fillRef idx="1">
            <a:schemeClr val="lt1"/>
          </a:fillRef>
          <a:effectRef idx="0">
            <a:schemeClr val="dk1"/>
          </a:effectRef>
          <a:fontRef idx="minor">
            <a:schemeClr val="dk1"/>
          </a:fontRef>
        </p:style>
        <p:txBody>
          <a:bodyPr/>
          <a:lstStyle/>
          <a:p>
            <a:endParaRPr lang="en-US"/>
          </a:p>
        </p:txBody>
      </p:sp>
      <p:sp>
        <p:nvSpPr>
          <p:cNvPr id="7" name="Text 5"/>
          <p:cNvSpPr txBox="1"/>
          <p:nvPr/>
        </p:nvSpPr>
        <p:spPr>
          <a:xfrm>
            <a:off x="457200" y="1673352"/>
            <a:ext cx="2384298" cy="457200"/>
          </a:xfrm>
          <a:prstGeom prst="rect">
            <a:avLst/>
          </a:prstGeom>
          <a:noFill/>
          <a:ln/>
        </p:spPr>
        <p:txBody>
          <a:bodyPr wrap="square" lIns="0" tIns="0" rIns="0" bIns="0" rtlCol="0" anchor="ctr"/>
          <a:lstStyle/>
          <a:p>
            <a:pPr marL="0" indent="0" algn="ctr">
              <a:buNone/>
            </a:pPr>
            <a:r>
              <a:rPr lang="en-US" sz="2800" b="1" dirty="0">
                <a:solidFill>
                  <a:srgbClr val="193EB0"/>
                </a:solidFill>
                <a:latin typeface="Arial" pitchFamily="34" charset="0"/>
                <a:ea typeface="Arial" pitchFamily="34" charset="-122"/>
                <a:cs typeface="Arial" pitchFamily="34" charset="-120"/>
              </a:rPr>
              <a:t>40,564</a:t>
            </a:r>
            <a:endParaRPr lang="en-US" sz="2800" dirty="0"/>
          </a:p>
        </p:txBody>
      </p:sp>
      <p:sp>
        <p:nvSpPr>
          <p:cNvPr id="8" name="Text 6"/>
          <p:cNvSpPr txBox="1"/>
          <p:nvPr/>
        </p:nvSpPr>
        <p:spPr>
          <a:xfrm>
            <a:off x="457200" y="2148840"/>
            <a:ext cx="2384298" cy="365760"/>
          </a:xfrm>
          <a:prstGeom prst="rect">
            <a:avLst/>
          </a:prstGeom>
          <a:noFill/>
          <a:ln/>
        </p:spPr>
        <p:txBody>
          <a:bodyPr wrap="square" lIns="0" tIns="0" rIns="0" bIns="0" rtlCol="0" anchor="ctr"/>
          <a:lstStyle/>
          <a:p>
            <a:pPr marL="0" indent="0" algn="ctr">
              <a:buNone/>
            </a:pPr>
            <a:r>
              <a:rPr lang="en-US" sz="1400" b="1" dirty="0">
                <a:solidFill>
                  <a:srgbClr val="7F7F7F"/>
                </a:solidFill>
                <a:latin typeface="Arial" pitchFamily="34" charset="0"/>
                <a:ea typeface="Arial" pitchFamily="34" charset="-122"/>
                <a:cs typeface="Arial" pitchFamily="34" charset="-120"/>
              </a:rPr>
              <a:t>Hourly Records</a:t>
            </a:r>
            <a:endParaRPr lang="en-US" sz="1400" b="1" dirty="0"/>
          </a:p>
        </p:txBody>
      </p:sp>
      <p:sp>
        <p:nvSpPr>
          <p:cNvPr id="9" name="Shape 7"/>
          <p:cNvSpPr/>
          <p:nvPr/>
        </p:nvSpPr>
        <p:spPr>
          <a:xfrm>
            <a:off x="3115818" y="1600200"/>
            <a:ext cx="2384298" cy="1051560"/>
          </a:xfrm>
          <a:prstGeom prst="roundRect">
            <a:avLst>
              <a:gd name="adj" fmla="val 6957"/>
            </a:avLst>
          </a:prstGeom>
          <a:ln/>
        </p:spPr>
        <p:style>
          <a:lnRef idx="2">
            <a:schemeClr val="dk1"/>
          </a:lnRef>
          <a:fillRef idx="1">
            <a:schemeClr val="lt1"/>
          </a:fillRef>
          <a:effectRef idx="0">
            <a:schemeClr val="dk1"/>
          </a:effectRef>
          <a:fontRef idx="minor">
            <a:schemeClr val="dk1"/>
          </a:fontRef>
        </p:style>
        <p:txBody>
          <a:bodyPr/>
          <a:lstStyle/>
          <a:p>
            <a:endParaRPr lang="en-US"/>
          </a:p>
        </p:txBody>
      </p:sp>
      <p:sp>
        <p:nvSpPr>
          <p:cNvPr id="10" name="Text 8"/>
          <p:cNvSpPr txBox="1"/>
          <p:nvPr/>
        </p:nvSpPr>
        <p:spPr>
          <a:xfrm>
            <a:off x="3115818" y="1673352"/>
            <a:ext cx="2384298" cy="457200"/>
          </a:xfrm>
          <a:prstGeom prst="rect">
            <a:avLst/>
          </a:prstGeom>
          <a:noFill/>
          <a:ln/>
        </p:spPr>
        <p:txBody>
          <a:bodyPr wrap="square" lIns="0" tIns="0" rIns="0" bIns="0" rtlCol="0" anchor="ctr"/>
          <a:lstStyle/>
          <a:p>
            <a:pPr marL="0" indent="0" algn="ctr">
              <a:buNone/>
            </a:pPr>
            <a:r>
              <a:rPr lang="en-US" b="1" dirty="0">
                <a:solidFill>
                  <a:srgbClr val="193EB0"/>
                </a:solidFill>
                <a:latin typeface="Arial" pitchFamily="34" charset="0"/>
                <a:ea typeface="Arial" pitchFamily="34" charset="-122"/>
                <a:cs typeface="Arial" pitchFamily="34" charset="-120"/>
              </a:rPr>
              <a:t>Oct 2012 – Sep 2018</a:t>
            </a:r>
            <a:endParaRPr lang="en-US" dirty="0"/>
          </a:p>
        </p:txBody>
      </p:sp>
      <p:sp>
        <p:nvSpPr>
          <p:cNvPr id="11" name="Text 9"/>
          <p:cNvSpPr txBox="1"/>
          <p:nvPr/>
        </p:nvSpPr>
        <p:spPr>
          <a:xfrm>
            <a:off x="3115818" y="2148840"/>
            <a:ext cx="2384298" cy="365760"/>
          </a:xfrm>
          <a:prstGeom prst="rect">
            <a:avLst/>
          </a:prstGeom>
          <a:noFill/>
          <a:ln/>
        </p:spPr>
        <p:txBody>
          <a:bodyPr wrap="square" lIns="0" tIns="0" rIns="0" bIns="0" rtlCol="0" anchor="ctr"/>
          <a:lstStyle/>
          <a:p>
            <a:pPr marL="0" indent="0" algn="ctr">
              <a:buNone/>
            </a:pPr>
            <a:r>
              <a:rPr lang="en-US" sz="1400" b="1" dirty="0">
                <a:solidFill>
                  <a:srgbClr val="7F7F7F"/>
                </a:solidFill>
                <a:latin typeface="Arial" pitchFamily="34" charset="0"/>
                <a:ea typeface="Arial" pitchFamily="34" charset="-122"/>
                <a:cs typeface="Arial" pitchFamily="34" charset="-120"/>
              </a:rPr>
              <a:t>Coverage Window</a:t>
            </a:r>
            <a:endParaRPr lang="en-US" sz="1400" b="1" dirty="0"/>
          </a:p>
        </p:txBody>
      </p:sp>
      <p:sp>
        <p:nvSpPr>
          <p:cNvPr id="12" name="Shape 10"/>
          <p:cNvSpPr/>
          <p:nvPr/>
        </p:nvSpPr>
        <p:spPr>
          <a:xfrm>
            <a:off x="5774436" y="1600200"/>
            <a:ext cx="2384298" cy="1051560"/>
          </a:xfrm>
          <a:prstGeom prst="roundRect">
            <a:avLst>
              <a:gd name="adj" fmla="val 6957"/>
            </a:avLst>
          </a:prstGeom>
          <a:ln/>
        </p:spPr>
        <p:style>
          <a:lnRef idx="2">
            <a:schemeClr val="dk1"/>
          </a:lnRef>
          <a:fillRef idx="1">
            <a:schemeClr val="lt1"/>
          </a:fillRef>
          <a:effectRef idx="0">
            <a:schemeClr val="dk1"/>
          </a:effectRef>
          <a:fontRef idx="minor">
            <a:schemeClr val="dk1"/>
          </a:fontRef>
        </p:style>
        <p:txBody>
          <a:bodyPr/>
          <a:lstStyle/>
          <a:p>
            <a:endParaRPr lang="en-US"/>
          </a:p>
        </p:txBody>
      </p:sp>
      <p:sp>
        <p:nvSpPr>
          <p:cNvPr id="13" name="Text 11"/>
          <p:cNvSpPr txBox="1"/>
          <p:nvPr/>
        </p:nvSpPr>
        <p:spPr>
          <a:xfrm>
            <a:off x="5774436" y="1673352"/>
            <a:ext cx="2384298" cy="457200"/>
          </a:xfrm>
          <a:prstGeom prst="rect">
            <a:avLst/>
          </a:prstGeom>
          <a:noFill/>
          <a:ln/>
        </p:spPr>
        <p:txBody>
          <a:bodyPr wrap="square" lIns="0" tIns="0" rIns="0" bIns="0" rtlCol="0" anchor="ctr"/>
          <a:lstStyle/>
          <a:p>
            <a:pPr marL="0" indent="0" algn="ctr">
              <a:buNone/>
            </a:pPr>
            <a:r>
              <a:rPr lang="en-US" sz="2800" b="1" dirty="0">
                <a:solidFill>
                  <a:srgbClr val="193EB0"/>
                </a:solidFill>
                <a:latin typeface="Arial" pitchFamily="34" charset="0"/>
                <a:ea typeface="Arial" pitchFamily="34" charset="-122"/>
                <a:cs typeface="Arial" pitchFamily="34" charset="-120"/>
              </a:rPr>
              <a:t>0–7,280</a:t>
            </a:r>
            <a:endParaRPr lang="en-US" sz="2800" dirty="0"/>
          </a:p>
        </p:txBody>
      </p:sp>
      <p:sp>
        <p:nvSpPr>
          <p:cNvPr id="14" name="Text 12"/>
          <p:cNvSpPr txBox="1"/>
          <p:nvPr/>
        </p:nvSpPr>
        <p:spPr>
          <a:xfrm>
            <a:off x="5774436" y="2148840"/>
            <a:ext cx="2384298" cy="365760"/>
          </a:xfrm>
          <a:prstGeom prst="rect">
            <a:avLst/>
          </a:prstGeom>
          <a:noFill/>
          <a:ln/>
        </p:spPr>
        <p:txBody>
          <a:bodyPr wrap="square" lIns="0" tIns="0" rIns="0" bIns="0" rtlCol="0" anchor="ctr"/>
          <a:lstStyle/>
          <a:p>
            <a:pPr marL="0" indent="0" algn="ctr">
              <a:buNone/>
            </a:pPr>
            <a:r>
              <a:rPr lang="en-US" sz="1400" b="1" dirty="0">
                <a:solidFill>
                  <a:srgbClr val="7F7F7F"/>
                </a:solidFill>
                <a:latin typeface="Arial" pitchFamily="34" charset="0"/>
                <a:ea typeface="Arial" pitchFamily="34" charset="-122"/>
                <a:cs typeface="Arial" pitchFamily="34" charset="-120"/>
              </a:rPr>
              <a:t>Vehicles / Hour Range</a:t>
            </a:r>
            <a:endParaRPr lang="en-US" sz="1400" b="1" dirty="0"/>
          </a:p>
        </p:txBody>
      </p:sp>
      <p:sp>
        <p:nvSpPr>
          <p:cNvPr id="15" name="Shape 13"/>
          <p:cNvSpPr/>
          <p:nvPr/>
        </p:nvSpPr>
        <p:spPr>
          <a:xfrm>
            <a:off x="8433054" y="1600200"/>
            <a:ext cx="2384298" cy="1051560"/>
          </a:xfrm>
          <a:prstGeom prst="roundRect">
            <a:avLst>
              <a:gd name="adj" fmla="val 6957"/>
            </a:avLst>
          </a:prstGeom>
          <a:ln/>
        </p:spPr>
        <p:style>
          <a:lnRef idx="2">
            <a:schemeClr val="dk1"/>
          </a:lnRef>
          <a:fillRef idx="1">
            <a:schemeClr val="lt1"/>
          </a:fillRef>
          <a:effectRef idx="0">
            <a:schemeClr val="dk1"/>
          </a:effectRef>
          <a:fontRef idx="minor">
            <a:schemeClr val="dk1"/>
          </a:fontRef>
        </p:style>
        <p:txBody>
          <a:bodyPr/>
          <a:lstStyle/>
          <a:p>
            <a:endParaRPr lang="en-US"/>
          </a:p>
        </p:txBody>
      </p:sp>
      <p:sp>
        <p:nvSpPr>
          <p:cNvPr id="16" name="Text 14"/>
          <p:cNvSpPr txBox="1"/>
          <p:nvPr/>
        </p:nvSpPr>
        <p:spPr>
          <a:xfrm>
            <a:off x="8433054" y="1673352"/>
            <a:ext cx="2384298" cy="457200"/>
          </a:xfrm>
          <a:prstGeom prst="rect">
            <a:avLst/>
          </a:prstGeom>
          <a:noFill/>
          <a:ln/>
        </p:spPr>
        <p:txBody>
          <a:bodyPr wrap="square" lIns="0" tIns="0" rIns="0" bIns="0" rtlCol="0" anchor="ctr"/>
          <a:lstStyle/>
          <a:p>
            <a:pPr marL="0" indent="0" algn="ctr">
              <a:buNone/>
            </a:pPr>
            <a:r>
              <a:rPr lang="en-US" sz="2800" b="1" dirty="0">
                <a:solidFill>
                  <a:srgbClr val="193EB0"/>
                </a:solidFill>
                <a:latin typeface="Arial" pitchFamily="34" charset="0"/>
                <a:ea typeface="Arial" pitchFamily="34" charset="-122"/>
                <a:cs typeface="Arial" pitchFamily="34" charset="-120"/>
              </a:rPr>
              <a:t>0</a:t>
            </a:r>
            <a:endParaRPr lang="en-US" sz="2800" dirty="0"/>
          </a:p>
        </p:txBody>
      </p:sp>
      <p:sp>
        <p:nvSpPr>
          <p:cNvPr id="17" name="Text 15"/>
          <p:cNvSpPr txBox="1"/>
          <p:nvPr/>
        </p:nvSpPr>
        <p:spPr>
          <a:xfrm>
            <a:off x="8433054" y="2148840"/>
            <a:ext cx="2384298" cy="365760"/>
          </a:xfrm>
          <a:prstGeom prst="rect">
            <a:avLst/>
          </a:prstGeom>
          <a:noFill/>
          <a:ln/>
        </p:spPr>
        <p:txBody>
          <a:bodyPr wrap="square" lIns="0" tIns="0" rIns="0" bIns="0" rtlCol="0" anchor="ctr"/>
          <a:lstStyle/>
          <a:p>
            <a:pPr marL="0" indent="0" algn="ctr">
              <a:buNone/>
            </a:pPr>
            <a:r>
              <a:rPr lang="en-US" sz="1400" b="1" dirty="0">
                <a:solidFill>
                  <a:srgbClr val="7F7F7F"/>
                </a:solidFill>
                <a:latin typeface="Arial" pitchFamily="34" charset="0"/>
                <a:ea typeface="Arial" pitchFamily="34" charset="-122"/>
                <a:cs typeface="Arial" pitchFamily="34" charset="-120"/>
              </a:rPr>
              <a:t>Missing Values</a:t>
            </a:r>
            <a:endParaRPr lang="en-US" sz="1400" b="1" dirty="0"/>
          </a:p>
        </p:txBody>
      </p:sp>
      <p:sp>
        <p:nvSpPr>
          <p:cNvPr id="18" name="Text 16"/>
          <p:cNvSpPr txBox="1"/>
          <p:nvPr/>
        </p:nvSpPr>
        <p:spPr>
          <a:xfrm>
            <a:off x="457200" y="2926814"/>
            <a:ext cx="11274552" cy="292608"/>
          </a:xfrm>
          <a:prstGeom prst="rect">
            <a:avLst/>
          </a:prstGeom>
          <a:noFill/>
          <a:ln/>
        </p:spPr>
        <p:txBody>
          <a:bodyPr wrap="square" lIns="0" tIns="0" rIns="0" bIns="0" rtlCol="0" anchor="ctr"/>
          <a:lstStyle/>
          <a:p>
            <a:pPr marL="0" indent="0">
              <a:buNone/>
            </a:pPr>
            <a:r>
              <a:rPr lang="en-US" sz="1600" b="1" i="1" dirty="0">
                <a:latin typeface="Arial" pitchFamily="34" charset="0"/>
                <a:ea typeface="Arial" pitchFamily="34" charset="-122"/>
                <a:cs typeface="Arial" pitchFamily="34" charset="-120"/>
              </a:rPr>
              <a:t>Source: UCI Machine Learning Repository, originally published by the Minnesota Department of Transportation (MN DoT). Mean traffic volume: 3,291 vehicles/hour.</a:t>
            </a:r>
            <a:endParaRPr lang="en-US" sz="1600" b="1" dirty="0"/>
          </a:p>
        </p:txBody>
      </p:sp>
      <p:sp>
        <p:nvSpPr>
          <p:cNvPr id="19" name="Text 17"/>
          <p:cNvSpPr txBox="1"/>
          <p:nvPr/>
        </p:nvSpPr>
        <p:spPr>
          <a:xfrm>
            <a:off x="457200" y="3498903"/>
            <a:ext cx="5486400" cy="256032"/>
          </a:xfrm>
          <a:prstGeom prst="rect">
            <a:avLst/>
          </a:prstGeom>
          <a:noFill/>
          <a:ln/>
        </p:spPr>
        <p:txBody>
          <a:bodyPr wrap="square" lIns="0" tIns="0" rIns="0" bIns="0" rtlCol="0" anchor="ctr"/>
          <a:lstStyle/>
          <a:p>
            <a:pPr marL="0" indent="0">
              <a:buNone/>
            </a:pPr>
            <a:r>
              <a:rPr lang="en-US" sz="2400" b="1" kern="0" spc="150" dirty="0">
                <a:solidFill>
                  <a:srgbClr val="193EB0"/>
                </a:solidFill>
                <a:latin typeface="Arial" pitchFamily="34" charset="0"/>
                <a:ea typeface="Arial" pitchFamily="34" charset="-122"/>
                <a:cs typeface="Arial" pitchFamily="34" charset="-120"/>
              </a:rPr>
              <a:t>FEATURE CATEGORIES</a:t>
            </a:r>
            <a:endParaRPr lang="en-US" sz="2400" dirty="0"/>
          </a:p>
        </p:txBody>
      </p:sp>
      <p:sp>
        <p:nvSpPr>
          <p:cNvPr id="20" name="Shape 18"/>
          <p:cNvSpPr/>
          <p:nvPr/>
        </p:nvSpPr>
        <p:spPr>
          <a:xfrm>
            <a:off x="457200" y="3883685"/>
            <a:ext cx="11274552" cy="566928"/>
          </a:xfrm>
          <a:prstGeom prst="roundRect">
            <a:avLst>
              <a:gd name="adj" fmla="val 8065"/>
            </a:avLst>
          </a:prstGeom>
          <a:solidFill>
            <a:srgbClr val="EEF3FC"/>
          </a:solidFill>
          <a:ln w="12700">
            <a:solidFill>
              <a:srgbClr val="D7E3F5"/>
            </a:solidFill>
            <a:prstDash val="solid"/>
          </a:ln>
        </p:spPr>
        <p:txBody>
          <a:bodyPr/>
          <a:lstStyle/>
          <a:p>
            <a:endParaRPr lang="en-US"/>
          </a:p>
        </p:txBody>
      </p:sp>
      <p:sp>
        <p:nvSpPr>
          <p:cNvPr id="21" name="Text 19"/>
          <p:cNvSpPr txBox="1"/>
          <p:nvPr/>
        </p:nvSpPr>
        <p:spPr>
          <a:xfrm>
            <a:off x="685800" y="3883685"/>
            <a:ext cx="2834640" cy="566928"/>
          </a:xfrm>
          <a:prstGeom prst="rect">
            <a:avLst/>
          </a:prstGeom>
          <a:noFill/>
          <a:ln/>
        </p:spPr>
        <p:txBody>
          <a:bodyPr wrap="square" lIns="0" tIns="0" rIns="0" bIns="0" rtlCol="0" anchor="ctr"/>
          <a:lstStyle/>
          <a:p>
            <a:pPr marL="0" indent="0" algn="ctr">
              <a:buNone/>
            </a:pPr>
            <a:r>
              <a:rPr lang="en-US" sz="1600" b="1" dirty="0">
                <a:solidFill>
                  <a:srgbClr val="193EB0"/>
                </a:solidFill>
                <a:latin typeface="Arial" pitchFamily="34" charset="0"/>
                <a:ea typeface="Arial" pitchFamily="34" charset="-122"/>
                <a:cs typeface="Arial" pitchFamily="34" charset="-120"/>
              </a:rPr>
              <a:t>Temporal</a:t>
            </a:r>
            <a:endParaRPr lang="en-US" sz="1600" dirty="0"/>
          </a:p>
        </p:txBody>
      </p:sp>
      <p:sp>
        <p:nvSpPr>
          <p:cNvPr id="22" name="Text 20"/>
          <p:cNvSpPr txBox="1"/>
          <p:nvPr/>
        </p:nvSpPr>
        <p:spPr>
          <a:xfrm>
            <a:off x="3520440" y="3883685"/>
            <a:ext cx="7955280" cy="566928"/>
          </a:xfrm>
          <a:prstGeom prst="rect">
            <a:avLst/>
          </a:prstGeom>
          <a:ln/>
        </p:spPr>
        <p:style>
          <a:lnRef idx="2">
            <a:schemeClr val="dk1"/>
          </a:lnRef>
          <a:fillRef idx="1">
            <a:schemeClr val="lt1"/>
          </a:fillRef>
          <a:effectRef idx="0">
            <a:schemeClr val="dk1"/>
          </a:effectRef>
          <a:fontRef idx="minor">
            <a:schemeClr val="dk1"/>
          </a:fontRef>
        </p:style>
        <p:txBody>
          <a:bodyPr wrap="square" lIns="0" tIns="0" rIns="0" bIns="0" rtlCol="0" anchor="ctr"/>
          <a:lstStyle/>
          <a:p>
            <a:pPr marL="0" indent="0" algn="ctr">
              <a:buNone/>
            </a:pPr>
            <a:r>
              <a:rPr lang="en-US" sz="1400" b="1" dirty="0">
                <a:solidFill>
                  <a:srgbClr val="1C1C1C"/>
                </a:solidFill>
                <a:latin typeface="Arial" pitchFamily="34" charset="0"/>
                <a:ea typeface="Arial" pitchFamily="34" charset="-122"/>
                <a:cs typeface="Arial" pitchFamily="34" charset="-120"/>
              </a:rPr>
              <a:t>date_time, hour, day_of_week, month, holiday (12 categories incl. “Not Holiday”)</a:t>
            </a:r>
            <a:endParaRPr lang="en-US" sz="1400" b="1" dirty="0"/>
          </a:p>
        </p:txBody>
      </p:sp>
      <p:sp>
        <p:nvSpPr>
          <p:cNvPr id="23" name="Shape 21"/>
          <p:cNvSpPr/>
          <p:nvPr/>
        </p:nvSpPr>
        <p:spPr>
          <a:xfrm>
            <a:off x="457200" y="4560341"/>
            <a:ext cx="11274552" cy="566928"/>
          </a:xfrm>
          <a:prstGeom prst="roundRect">
            <a:avLst>
              <a:gd name="adj" fmla="val 8065"/>
            </a:avLst>
          </a:prstGeom>
          <a:solidFill>
            <a:srgbClr val="EEF3FC"/>
          </a:solidFill>
          <a:ln w="12700">
            <a:solidFill>
              <a:srgbClr val="D7E3F5"/>
            </a:solidFill>
            <a:prstDash val="solid"/>
          </a:ln>
        </p:spPr>
        <p:txBody>
          <a:bodyPr/>
          <a:lstStyle/>
          <a:p>
            <a:endParaRPr lang="en-US"/>
          </a:p>
        </p:txBody>
      </p:sp>
      <p:sp>
        <p:nvSpPr>
          <p:cNvPr id="24" name="Text 22"/>
          <p:cNvSpPr txBox="1"/>
          <p:nvPr/>
        </p:nvSpPr>
        <p:spPr>
          <a:xfrm>
            <a:off x="685800" y="4560341"/>
            <a:ext cx="2834640" cy="566928"/>
          </a:xfrm>
          <a:prstGeom prst="rect">
            <a:avLst/>
          </a:prstGeom>
          <a:noFill/>
          <a:ln/>
        </p:spPr>
        <p:txBody>
          <a:bodyPr wrap="square" lIns="0" tIns="0" rIns="0" bIns="0" rtlCol="0" anchor="ctr"/>
          <a:lstStyle/>
          <a:p>
            <a:pPr marL="0" indent="0" algn="ctr">
              <a:buNone/>
            </a:pPr>
            <a:r>
              <a:rPr lang="en-US" sz="1600" b="1" dirty="0">
                <a:solidFill>
                  <a:srgbClr val="193EB0"/>
                </a:solidFill>
                <a:latin typeface="Arial" pitchFamily="34" charset="0"/>
                <a:ea typeface="Arial" pitchFamily="34" charset="-122"/>
                <a:cs typeface="Arial" pitchFamily="34" charset="-120"/>
              </a:rPr>
              <a:t>Weather – Continuous</a:t>
            </a:r>
            <a:endParaRPr lang="en-US" sz="1600" dirty="0"/>
          </a:p>
        </p:txBody>
      </p:sp>
      <p:sp>
        <p:nvSpPr>
          <p:cNvPr id="25" name="Text 23"/>
          <p:cNvSpPr txBox="1"/>
          <p:nvPr/>
        </p:nvSpPr>
        <p:spPr>
          <a:xfrm>
            <a:off x="3520440" y="4560341"/>
            <a:ext cx="7955280" cy="566928"/>
          </a:xfrm>
          <a:prstGeom prst="rect">
            <a:avLst/>
          </a:prstGeom>
          <a:ln/>
        </p:spPr>
        <p:style>
          <a:lnRef idx="2">
            <a:schemeClr val="dk1"/>
          </a:lnRef>
          <a:fillRef idx="1">
            <a:schemeClr val="lt1"/>
          </a:fillRef>
          <a:effectRef idx="0">
            <a:schemeClr val="dk1"/>
          </a:effectRef>
          <a:fontRef idx="minor">
            <a:schemeClr val="dk1"/>
          </a:fontRef>
        </p:style>
        <p:txBody>
          <a:bodyPr wrap="square" lIns="0" tIns="0" rIns="0" bIns="0" rtlCol="0" anchor="ctr"/>
          <a:lstStyle/>
          <a:p>
            <a:pPr marL="0" indent="0" algn="ctr">
              <a:buNone/>
            </a:pPr>
            <a:r>
              <a:rPr lang="en-US" sz="1400" b="1" dirty="0">
                <a:solidFill>
                  <a:srgbClr val="1C1C1C"/>
                </a:solidFill>
                <a:latin typeface="Arial" pitchFamily="34" charset="0"/>
                <a:ea typeface="Arial" pitchFamily="34" charset="-122"/>
                <a:cs typeface="Arial" pitchFamily="34" charset="-120"/>
              </a:rPr>
              <a:t>temp (Kelvin), rain_1h (mm), snow_1h (mm), clouds_all (%)</a:t>
            </a:r>
            <a:endParaRPr lang="en-US" sz="1400" b="1" dirty="0"/>
          </a:p>
        </p:txBody>
      </p:sp>
      <p:sp>
        <p:nvSpPr>
          <p:cNvPr id="26" name="Shape 24"/>
          <p:cNvSpPr/>
          <p:nvPr/>
        </p:nvSpPr>
        <p:spPr>
          <a:xfrm>
            <a:off x="457200" y="5236997"/>
            <a:ext cx="11274552" cy="566928"/>
          </a:xfrm>
          <a:prstGeom prst="roundRect">
            <a:avLst>
              <a:gd name="adj" fmla="val 8065"/>
            </a:avLst>
          </a:prstGeom>
          <a:solidFill>
            <a:srgbClr val="EEF3FC"/>
          </a:solidFill>
          <a:ln w="12700">
            <a:solidFill>
              <a:srgbClr val="D7E3F5"/>
            </a:solidFill>
            <a:prstDash val="solid"/>
          </a:ln>
        </p:spPr>
        <p:txBody>
          <a:bodyPr/>
          <a:lstStyle/>
          <a:p>
            <a:endParaRPr lang="en-US"/>
          </a:p>
        </p:txBody>
      </p:sp>
      <p:sp>
        <p:nvSpPr>
          <p:cNvPr id="27" name="Text 25"/>
          <p:cNvSpPr txBox="1"/>
          <p:nvPr/>
        </p:nvSpPr>
        <p:spPr>
          <a:xfrm>
            <a:off x="685800" y="5236997"/>
            <a:ext cx="2834640" cy="566928"/>
          </a:xfrm>
          <a:prstGeom prst="rect">
            <a:avLst/>
          </a:prstGeom>
          <a:noFill/>
          <a:ln/>
        </p:spPr>
        <p:txBody>
          <a:bodyPr wrap="square" lIns="0" tIns="0" rIns="0" bIns="0" rtlCol="0" anchor="ctr"/>
          <a:lstStyle/>
          <a:p>
            <a:pPr marL="0" indent="0" algn="ctr">
              <a:buNone/>
            </a:pPr>
            <a:r>
              <a:rPr lang="en-US" sz="1600" b="1" dirty="0">
                <a:solidFill>
                  <a:srgbClr val="193EB0"/>
                </a:solidFill>
                <a:latin typeface="Arial" pitchFamily="34" charset="0"/>
                <a:ea typeface="Arial" pitchFamily="34" charset="-122"/>
                <a:cs typeface="Arial" pitchFamily="34" charset="-120"/>
              </a:rPr>
              <a:t>Weather – Categorical</a:t>
            </a:r>
            <a:endParaRPr lang="en-US" sz="1600" dirty="0"/>
          </a:p>
        </p:txBody>
      </p:sp>
      <p:sp>
        <p:nvSpPr>
          <p:cNvPr id="28" name="Text 26"/>
          <p:cNvSpPr txBox="1"/>
          <p:nvPr/>
        </p:nvSpPr>
        <p:spPr>
          <a:xfrm>
            <a:off x="3520440" y="5236997"/>
            <a:ext cx="7955280" cy="566928"/>
          </a:xfrm>
          <a:prstGeom prst="rect">
            <a:avLst/>
          </a:prstGeom>
          <a:ln/>
        </p:spPr>
        <p:style>
          <a:lnRef idx="2">
            <a:schemeClr val="dk1"/>
          </a:lnRef>
          <a:fillRef idx="1">
            <a:schemeClr val="lt1"/>
          </a:fillRef>
          <a:effectRef idx="0">
            <a:schemeClr val="dk1"/>
          </a:effectRef>
          <a:fontRef idx="minor">
            <a:schemeClr val="dk1"/>
          </a:fontRef>
        </p:style>
        <p:txBody>
          <a:bodyPr wrap="square" lIns="0" tIns="0" rIns="0" bIns="0" rtlCol="0" anchor="ctr"/>
          <a:lstStyle/>
          <a:p>
            <a:pPr marL="0" indent="0" algn="ctr">
              <a:buNone/>
            </a:pPr>
            <a:r>
              <a:rPr lang="en-US" sz="1400" b="1" dirty="0">
                <a:solidFill>
                  <a:srgbClr val="1C1C1C"/>
                </a:solidFill>
                <a:latin typeface="Arial" pitchFamily="34" charset="0"/>
                <a:ea typeface="Arial" pitchFamily="34" charset="-122"/>
                <a:cs typeface="Arial" pitchFamily="34" charset="-120"/>
              </a:rPr>
              <a:t>weather_main (11 conditions: Clear, Clouds, Rain, Snow, Mist, Fog, …)</a:t>
            </a:r>
            <a:endParaRPr lang="en-US" sz="1400" b="1" dirty="0"/>
          </a:p>
        </p:txBody>
      </p:sp>
      <p:sp>
        <p:nvSpPr>
          <p:cNvPr id="30" name="Text 28"/>
          <p:cNvSpPr txBox="1"/>
          <p:nvPr/>
        </p:nvSpPr>
        <p:spPr>
          <a:xfrm>
            <a:off x="11274552" y="6547104"/>
            <a:ext cx="457200" cy="237744"/>
          </a:xfrm>
          <a:prstGeom prst="rect">
            <a:avLst/>
          </a:prstGeom>
          <a:noFill/>
          <a:ln/>
        </p:spPr>
        <p:txBody>
          <a:bodyPr wrap="square" rtlCol="0" anchor="ctr"/>
          <a:lstStyle/>
          <a:p>
            <a:pPr marL="0" indent="0" algn="r">
              <a:buNone/>
            </a:pPr>
            <a:r>
              <a:rPr lang="en-US" sz="850" dirty="0">
                <a:solidFill>
                  <a:srgbClr val="BFBFBF"/>
                </a:solidFill>
                <a:latin typeface="Arial" pitchFamily="34" charset="0"/>
                <a:ea typeface="Arial" pitchFamily="34" charset="-122"/>
                <a:cs typeface="Arial" pitchFamily="34" charset="-120"/>
              </a:rPr>
              <a:t>5</a:t>
            </a:r>
            <a:endParaRPr lang="en-US" sz="850" dirty="0"/>
          </a:p>
        </p:txBody>
      </p:sp>
      <p:sp>
        <p:nvSpPr>
          <p:cNvPr id="32" name="Text 28">
            <a:extLst>
              <a:ext uri="{FF2B5EF4-FFF2-40B4-BE49-F238E27FC236}">
                <a16:creationId xmlns:a16="http://schemas.microsoft.com/office/drawing/2014/main" id="{08ED86F1-6921-6E9B-D2C5-15DADCB97E07}"/>
              </a:ext>
            </a:extLst>
          </p:cNvPr>
          <p:cNvSpPr txBox="1"/>
          <p:nvPr/>
        </p:nvSpPr>
        <p:spPr>
          <a:xfrm>
            <a:off x="310896" y="6375291"/>
            <a:ext cx="5486400" cy="237744"/>
          </a:xfrm>
          <a:prstGeom prst="rect">
            <a:avLst/>
          </a:prstGeom>
          <a:noFill/>
          <a:ln/>
        </p:spPr>
        <p:txBody>
          <a:bodyPr wrap="square" rtlCol="0" anchor="ctr"/>
          <a:lstStyle/>
          <a:p>
            <a:pPr>
              <a:lnSpc>
                <a:spcPts val="1560"/>
              </a:lnSpc>
            </a:pPr>
            <a:r>
              <a:rPr lang="en-US" sz="900" dirty="0">
                <a:solidFill>
                  <a:srgbClr val="7F7F7F"/>
                </a:solidFill>
                <a:latin typeface="Arial MT Pro"/>
                <a:ea typeface="Arial MT Pro"/>
                <a:cs typeface="Arial MT Pro"/>
                <a:sym typeface="Arial MT Pro"/>
              </a:rPr>
              <a:t>Samsung Innovation Campus</a:t>
            </a:r>
          </a:p>
        </p:txBody>
      </p:sp>
      <p:sp>
        <p:nvSpPr>
          <p:cNvPr id="34" name="AutoShape 4">
            <a:extLst>
              <a:ext uri="{FF2B5EF4-FFF2-40B4-BE49-F238E27FC236}">
                <a16:creationId xmlns:a16="http://schemas.microsoft.com/office/drawing/2014/main" id="{293BFD6E-640A-39FD-B855-42CB3C9CC81C}"/>
              </a:ext>
            </a:extLst>
          </p:cNvPr>
          <p:cNvSpPr/>
          <p:nvPr/>
        </p:nvSpPr>
        <p:spPr>
          <a:xfrm rot="3727" flipV="1">
            <a:off x="457203" y="6207894"/>
            <a:ext cx="10360146" cy="11912"/>
          </a:xfrm>
          <a:prstGeom prst="line">
            <a:avLst/>
          </a:prstGeom>
          <a:ln w="9525" cap="rnd">
            <a:solidFill>
              <a:srgbClr val="BFBFBF"/>
            </a:solidFill>
            <a:prstDash val="solid"/>
            <a:headEnd type="none" w="sm" len="sm"/>
            <a:tailEnd type="none" w="sm" len="sm"/>
          </a:ln>
        </p:spPr>
        <p:txBody>
          <a:bodyPr/>
          <a:lstStyle/>
          <a:p>
            <a:endParaRPr lang="en-US" dirty="0"/>
          </a:p>
        </p:txBody>
      </p:sp>
      <p:pic>
        <p:nvPicPr>
          <p:cNvPr id="36" name="Google Shape;267;p30">
            <a:extLst>
              <a:ext uri="{FF2B5EF4-FFF2-40B4-BE49-F238E27FC236}">
                <a16:creationId xmlns:a16="http://schemas.microsoft.com/office/drawing/2014/main" id="{21B8F1EF-C43A-22DD-5363-3B5FACB04D2C}"/>
              </a:ext>
            </a:extLst>
          </p:cNvPr>
          <p:cNvPicPr preferRelativeResize="0"/>
          <p:nvPr/>
        </p:nvPicPr>
        <p:blipFill>
          <a:blip r:embed="rId3">
            <a:alphaModFix/>
          </a:blip>
          <a:stretch>
            <a:fillRect/>
          </a:stretch>
        </p:blipFill>
        <p:spPr>
          <a:xfrm>
            <a:off x="11475720" y="1589194"/>
            <a:ext cx="531349" cy="1023386"/>
          </a:xfrm>
          <a:prstGeom prst="rect">
            <a:avLst/>
          </a:prstGeom>
          <a:noFill/>
          <a:ln>
            <a:noFill/>
          </a:ln>
        </p:spPr>
      </p:pic>
    </p:spTree>
  </p:cSld>
  <p:clrMapOvr>
    <a:masterClrMapping/>
  </p:clrMapOvr>
  <mc:AlternateContent xmlns:mc="http://schemas.openxmlformats.org/markup-compatibility/2006">
    <mc:Choice xmlns:p159="http://schemas.microsoft.com/office/powerpoint/2015/09/main" Requires="p159">
      <p:transition xmlns:p14="http://schemas.microsoft.com/office/powerpoint/2010/main" spd="slow" p14:dur="2000">
        <p159:morph option="byObject"/>
      </p:transition>
    </mc:Choice>
    <mc:Fallback>
      <p:transition spd="slow">
        <p:fade/>
      </p:transition>
    </mc:Fallback>
  </mc:AlternateContent>
</p:sld>
</file>

<file path=ppt/slides/slide7.xml><?xml version="1.0" encoding="utf-8"?>
<p:sld xmlns:a="http://schemas.openxmlformats.org/drawingml/2006/main" xmlns:r="http://schemas.openxmlformats.org/officeDocument/2006/relationships" xmlns:p="http://schemas.openxmlformats.org/presentationml/2006/main">
  <p:cSld name="Slide 6">
    <p:bg>
      <p:bgPr>
        <a:solidFill>
          <a:srgbClr val="FFFFFF"/>
        </a:solidFill>
        <a:effectLst/>
      </p:bgPr>
    </p:bg>
    <p:spTree>
      <p:nvGrpSpPr>
        <p:cNvPr id="1" name=""/>
        <p:cNvGrpSpPr/>
        <p:nvPr/>
      </p:nvGrpSpPr>
      <p:grpSpPr>
        <a:xfrm>
          <a:off x="0" y="0"/>
          <a:ext cx="0" cy="0"/>
          <a:chOff x="0" y="0"/>
          <a:chExt cx="0" cy="0"/>
        </a:xfrm>
      </p:grpSpPr>
      <p:pic>
        <p:nvPicPr>
          <p:cNvPr id="31" name="Picture 30">
            <a:extLst>
              <a:ext uri="{FF2B5EF4-FFF2-40B4-BE49-F238E27FC236}">
                <a16:creationId xmlns:a16="http://schemas.microsoft.com/office/drawing/2014/main" id="{48AF244E-30EA-9ED8-BB09-F2A7AD073647}"/>
              </a:ext>
            </a:extLst>
          </p:cNvPr>
          <p:cNvPicPr>
            <a:picLocks noChangeAspect="1"/>
          </p:cNvPicPr>
          <p:nvPr/>
        </p:nvPicPr>
        <p:blipFill>
          <a:blip r:embed="rId3"/>
          <a:stretch>
            <a:fillRect/>
          </a:stretch>
        </p:blipFill>
        <p:spPr>
          <a:xfrm>
            <a:off x="4365234" y="2897054"/>
            <a:ext cx="5210175" cy="1502831"/>
          </a:xfrm>
          <a:prstGeom prst="rect">
            <a:avLst/>
          </a:prstGeom>
        </p:spPr>
      </p:pic>
      <p:pic>
        <p:nvPicPr>
          <p:cNvPr id="29" name="Picture 28">
            <a:extLst>
              <a:ext uri="{FF2B5EF4-FFF2-40B4-BE49-F238E27FC236}">
                <a16:creationId xmlns:a16="http://schemas.microsoft.com/office/drawing/2014/main" id="{0AEEBDF4-345E-C489-8341-9D47607EED11}"/>
              </a:ext>
            </a:extLst>
          </p:cNvPr>
          <p:cNvPicPr>
            <a:picLocks noChangeAspect="1"/>
          </p:cNvPicPr>
          <p:nvPr/>
        </p:nvPicPr>
        <p:blipFill>
          <a:blip r:embed="rId3"/>
          <a:stretch>
            <a:fillRect/>
          </a:stretch>
        </p:blipFill>
        <p:spPr>
          <a:xfrm>
            <a:off x="6521577" y="4315968"/>
            <a:ext cx="5210175" cy="1502831"/>
          </a:xfrm>
          <a:prstGeom prst="rect">
            <a:avLst/>
          </a:prstGeom>
        </p:spPr>
      </p:pic>
      <p:pic>
        <p:nvPicPr>
          <p:cNvPr id="27" name="Picture 26">
            <a:extLst>
              <a:ext uri="{FF2B5EF4-FFF2-40B4-BE49-F238E27FC236}">
                <a16:creationId xmlns:a16="http://schemas.microsoft.com/office/drawing/2014/main" id="{34C23BE4-FA87-A8CE-0848-84063F2E8997}"/>
              </a:ext>
            </a:extLst>
          </p:cNvPr>
          <p:cNvPicPr>
            <a:picLocks noChangeAspect="1"/>
          </p:cNvPicPr>
          <p:nvPr/>
        </p:nvPicPr>
        <p:blipFill>
          <a:blip r:embed="rId3"/>
          <a:stretch>
            <a:fillRect/>
          </a:stretch>
        </p:blipFill>
        <p:spPr>
          <a:xfrm>
            <a:off x="0" y="1586876"/>
            <a:ext cx="5210175" cy="1502831"/>
          </a:xfrm>
          <a:prstGeom prst="rect">
            <a:avLst/>
          </a:prstGeom>
        </p:spPr>
      </p:pic>
      <p:sp>
        <p:nvSpPr>
          <p:cNvPr id="5" name="Text 3"/>
          <p:cNvSpPr txBox="1"/>
          <p:nvPr/>
        </p:nvSpPr>
        <p:spPr>
          <a:xfrm>
            <a:off x="429768" y="1001365"/>
            <a:ext cx="11274552" cy="566928"/>
          </a:xfrm>
          <a:prstGeom prst="rect">
            <a:avLst/>
          </a:prstGeom>
          <a:noFill/>
          <a:ln/>
        </p:spPr>
        <p:txBody>
          <a:bodyPr wrap="square" rtlCol="0" anchor="ctr"/>
          <a:lstStyle/>
          <a:p>
            <a:pPr marL="0" indent="0">
              <a:buNone/>
            </a:pPr>
            <a:r>
              <a:rPr lang="en-US" sz="2700" b="1" dirty="0">
                <a:solidFill>
                  <a:srgbClr val="1C1C1C"/>
                </a:solidFill>
                <a:latin typeface="Arial" pitchFamily="34" charset="0"/>
                <a:ea typeface="Arial" pitchFamily="34" charset="-122"/>
                <a:cs typeface="Arial" pitchFamily="34" charset="-120"/>
              </a:rPr>
              <a:t>Data Cleaning &amp; Preprocessing</a:t>
            </a:r>
            <a:endParaRPr lang="en-US" sz="2700" dirty="0"/>
          </a:p>
        </p:txBody>
      </p:sp>
      <p:sp>
        <p:nvSpPr>
          <p:cNvPr id="8" name="Text 6"/>
          <p:cNvSpPr txBox="1"/>
          <p:nvPr/>
        </p:nvSpPr>
        <p:spPr>
          <a:xfrm>
            <a:off x="822008" y="1636292"/>
            <a:ext cx="4846320" cy="502920"/>
          </a:xfrm>
          <a:prstGeom prst="rect">
            <a:avLst/>
          </a:prstGeom>
          <a:noFill/>
          <a:ln/>
        </p:spPr>
        <p:txBody>
          <a:bodyPr wrap="square" lIns="0" tIns="0" rIns="0" bIns="0" rtlCol="0" anchor="ctr"/>
          <a:lstStyle/>
          <a:p>
            <a:pPr marL="0" indent="0">
              <a:lnSpc>
                <a:spcPct val="105000"/>
              </a:lnSpc>
              <a:buNone/>
            </a:pPr>
            <a:r>
              <a:rPr lang="en-US" b="1" dirty="0">
                <a:solidFill>
                  <a:schemeClr val="bg1"/>
                </a:solidFill>
                <a:latin typeface="Arial" pitchFamily="34" charset="0"/>
                <a:ea typeface="Arial" pitchFamily="34" charset="-122"/>
                <a:cs typeface="Arial" pitchFamily="34" charset="-120"/>
              </a:rPr>
              <a:t>Anomaly Detection &amp; Correction</a:t>
            </a:r>
            <a:endParaRPr lang="en-US" dirty="0">
              <a:solidFill>
                <a:schemeClr val="bg1"/>
              </a:solidFill>
            </a:endParaRPr>
          </a:p>
        </p:txBody>
      </p:sp>
      <p:sp>
        <p:nvSpPr>
          <p:cNvPr id="9" name="Text 7"/>
          <p:cNvSpPr txBox="1"/>
          <p:nvPr/>
        </p:nvSpPr>
        <p:spPr>
          <a:xfrm>
            <a:off x="373123" y="2154310"/>
            <a:ext cx="4463927" cy="640080"/>
          </a:xfrm>
          <a:prstGeom prst="rect">
            <a:avLst/>
          </a:prstGeom>
          <a:noFill/>
          <a:ln/>
        </p:spPr>
        <p:txBody>
          <a:bodyPr wrap="square" lIns="0" tIns="0" rIns="0" bIns="0" rtlCol="0" anchor="ctr"/>
          <a:lstStyle/>
          <a:p>
            <a:pPr marL="0" indent="0" algn="ctr">
              <a:lnSpc>
                <a:spcPct val="120000"/>
              </a:lnSpc>
              <a:buNone/>
            </a:pPr>
            <a:r>
              <a:rPr lang="en-US" sz="1400" b="1" dirty="0">
                <a:solidFill>
                  <a:schemeClr val="bg1"/>
                </a:solidFill>
                <a:latin typeface="Arial" pitchFamily="34" charset="0"/>
                <a:ea typeface="Arial" pitchFamily="34" charset="-122"/>
                <a:cs typeface="Arial" pitchFamily="34" charset="-120"/>
              </a:rPr>
              <a:t>Removed physically impossible 0 K (−273.15°C) temperature records and handled extreme precipitation sensor spikes.</a:t>
            </a:r>
            <a:endParaRPr lang="en-US" sz="1400" b="1" dirty="0">
              <a:solidFill>
                <a:schemeClr val="bg1"/>
              </a:solidFill>
            </a:endParaRPr>
          </a:p>
        </p:txBody>
      </p:sp>
      <p:sp>
        <p:nvSpPr>
          <p:cNvPr id="12" name="Text 10"/>
          <p:cNvSpPr txBox="1"/>
          <p:nvPr/>
        </p:nvSpPr>
        <p:spPr>
          <a:xfrm>
            <a:off x="5309830" y="3017306"/>
            <a:ext cx="4846320" cy="502920"/>
          </a:xfrm>
          <a:prstGeom prst="rect">
            <a:avLst/>
          </a:prstGeom>
          <a:noFill/>
          <a:ln/>
        </p:spPr>
        <p:txBody>
          <a:bodyPr wrap="square" lIns="0" tIns="0" rIns="0" bIns="0" rtlCol="0" anchor="ctr"/>
          <a:lstStyle/>
          <a:p>
            <a:pPr marL="0" indent="0">
              <a:lnSpc>
                <a:spcPct val="105000"/>
              </a:lnSpc>
              <a:buNone/>
            </a:pPr>
            <a:r>
              <a:rPr lang="en-US" b="1" dirty="0">
                <a:solidFill>
                  <a:schemeClr val="bg1"/>
                </a:solidFill>
                <a:latin typeface="Arial" pitchFamily="34" charset="0"/>
                <a:ea typeface="Arial" pitchFamily="34" charset="-122"/>
                <a:cs typeface="Arial" pitchFamily="34" charset="-120"/>
              </a:rPr>
              <a:t>Date-Time Parsing &amp; Extraction</a:t>
            </a:r>
            <a:endParaRPr lang="en-US" dirty="0">
              <a:solidFill>
                <a:schemeClr val="bg1"/>
              </a:solidFill>
            </a:endParaRPr>
          </a:p>
        </p:txBody>
      </p:sp>
      <p:sp>
        <p:nvSpPr>
          <p:cNvPr id="13" name="Text 11"/>
          <p:cNvSpPr txBox="1"/>
          <p:nvPr/>
        </p:nvSpPr>
        <p:spPr>
          <a:xfrm>
            <a:off x="4265579" y="3495015"/>
            <a:ext cx="5577840" cy="640080"/>
          </a:xfrm>
          <a:prstGeom prst="rect">
            <a:avLst/>
          </a:prstGeom>
          <a:noFill/>
          <a:ln/>
        </p:spPr>
        <p:txBody>
          <a:bodyPr wrap="square" lIns="0" tIns="0" rIns="0" bIns="0" rtlCol="0" anchor="ctr"/>
          <a:lstStyle/>
          <a:p>
            <a:pPr marL="0" indent="0" algn="ctr">
              <a:lnSpc>
                <a:spcPct val="120000"/>
              </a:lnSpc>
              <a:buNone/>
            </a:pPr>
            <a:r>
              <a:rPr lang="en-US" sz="1400" b="1" dirty="0">
                <a:solidFill>
                  <a:schemeClr val="bg1"/>
                </a:solidFill>
                <a:latin typeface="Arial" pitchFamily="34" charset="0"/>
                <a:ea typeface="Arial" pitchFamily="34" charset="-122"/>
                <a:cs typeface="Arial" pitchFamily="34" charset="-120"/>
              </a:rPr>
              <a:t>Derived hour, day_of_week, and month directly from the timestamp, plus a holiday flag with 12 distinct categories.</a:t>
            </a:r>
            <a:endParaRPr lang="en-US" sz="1400" b="1" dirty="0">
              <a:solidFill>
                <a:schemeClr val="bg1"/>
              </a:solidFill>
            </a:endParaRPr>
          </a:p>
        </p:txBody>
      </p:sp>
      <p:sp>
        <p:nvSpPr>
          <p:cNvPr id="16" name="Text 14"/>
          <p:cNvSpPr txBox="1"/>
          <p:nvPr/>
        </p:nvSpPr>
        <p:spPr>
          <a:xfrm>
            <a:off x="8555476" y="4429404"/>
            <a:ext cx="4846320" cy="502920"/>
          </a:xfrm>
          <a:prstGeom prst="rect">
            <a:avLst/>
          </a:prstGeom>
          <a:noFill/>
          <a:ln/>
        </p:spPr>
        <p:txBody>
          <a:bodyPr wrap="square" lIns="0" tIns="0" rIns="0" bIns="0" rtlCol="0" anchor="ctr"/>
          <a:lstStyle/>
          <a:p>
            <a:pPr marL="0" indent="0">
              <a:lnSpc>
                <a:spcPct val="105000"/>
              </a:lnSpc>
              <a:buNone/>
            </a:pPr>
            <a:r>
              <a:rPr lang="en-US" b="1" dirty="0">
                <a:solidFill>
                  <a:schemeClr val="bg1"/>
                </a:solidFill>
                <a:latin typeface="Arial" pitchFamily="34" charset="0"/>
                <a:ea typeface="Arial" pitchFamily="34" charset="-122"/>
                <a:cs typeface="Arial" pitchFamily="34" charset="-120"/>
              </a:rPr>
              <a:t>Validation</a:t>
            </a:r>
            <a:endParaRPr lang="en-US" dirty="0">
              <a:solidFill>
                <a:schemeClr val="bg1"/>
              </a:solidFill>
            </a:endParaRPr>
          </a:p>
        </p:txBody>
      </p:sp>
      <p:sp>
        <p:nvSpPr>
          <p:cNvPr id="17" name="Text 15"/>
          <p:cNvSpPr txBox="1"/>
          <p:nvPr/>
        </p:nvSpPr>
        <p:spPr>
          <a:xfrm>
            <a:off x="6599981" y="4997846"/>
            <a:ext cx="5210176" cy="640080"/>
          </a:xfrm>
          <a:prstGeom prst="rect">
            <a:avLst/>
          </a:prstGeom>
          <a:noFill/>
          <a:ln/>
        </p:spPr>
        <p:txBody>
          <a:bodyPr wrap="square" lIns="0" tIns="0" rIns="0" bIns="0" rtlCol="0" anchor="ctr"/>
          <a:lstStyle/>
          <a:p>
            <a:pPr marL="0" indent="0" algn="ctr">
              <a:lnSpc>
                <a:spcPct val="120000"/>
              </a:lnSpc>
              <a:buNone/>
            </a:pPr>
            <a:r>
              <a:rPr lang="en-US" sz="1400" b="1" dirty="0">
                <a:solidFill>
                  <a:schemeClr val="bg1"/>
                </a:solidFill>
                <a:latin typeface="Arial" pitchFamily="34" charset="0"/>
                <a:ea typeface="Arial" pitchFamily="34" charset="-122"/>
                <a:cs typeface="Arial" pitchFamily="34" charset="-120"/>
              </a:rPr>
              <a:t>Confirmed zero missing values and zero duplicate or conflicting timestamps across all 40,564 rows.</a:t>
            </a:r>
            <a:endParaRPr lang="en-US" sz="1400" b="1" dirty="0">
              <a:solidFill>
                <a:schemeClr val="bg1"/>
              </a:solidFill>
            </a:endParaRPr>
          </a:p>
        </p:txBody>
      </p:sp>
      <p:sp>
        <p:nvSpPr>
          <p:cNvPr id="19" name="Text 17"/>
          <p:cNvSpPr txBox="1"/>
          <p:nvPr/>
        </p:nvSpPr>
        <p:spPr>
          <a:xfrm>
            <a:off x="11274552" y="6547104"/>
            <a:ext cx="457200" cy="237744"/>
          </a:xfrm>
          <a:prstGeom prst="rect">
            <a:avLst/>
          </a:prstGeom>
          <a:noFill/>
          <a:ln/>
        </p:spPr>
        <p:txBody>
          <a:bodyPr wrap="square" rtlCol="0" anchor="ctr"/>
          <a:lstStyle/>
          <a:p>
            <a:pPr marL="0" indent="0" algn="r">
              <a:buNone/>
            </a:pPr>
            <a:r>
              <a:rPr lang="en-US" sz="850" dirty="0">
                <a:solidFill>
                  <a:srgbClr val="BFBFBF"/>
                </a:solidFill>
                <a:latin typeface="Arial" pitchFamily="34" charset="0"/>
                <a:ea typeface="Arial" pitchFamily="34" charset="-122"/>
                <a:cs typeface="Arial" pitchFamily="34" charset="-120"/>
              </a:rPr>
              <a:t>6</a:t>
            </a:r>
            <a:endParaRPr lang="en-US" sz="850" dirty="0"/>
          </a:p>
        </p:txBody>
      </p:sp>
      <p:sp>
        <p:nvSpPr>
          <p:cNvPr id="21" name="Text 28">
            <a:extLst>
              <a:ext uri="{FF2B5EF4-FFF2-40B4-BE49-F238E27FC236}">
                <a16:creationId xmlns:a16="http://schemas.microsoft.com/office/drawing/2014/main" id="{537B5980-4E61-EE3A-85B9-F8EAD0501F4C}"/>
              </a:ext>
            </a:extLst>
          </p:cNvPr>
          <p:cNvSpPr txBox="1"/>
          <p:nvPr/>
        </p:nvSpPr>
        <p:spPr>
          <a:xfrm>
            <a:off x="310896" y="6375291"/>
            <a:ext cx="5486400" cy="237744"/>
          </a:xfrm>
          <a:prstGeom prst="rect">
            <a:avLst/>
          </a:prstGeom>
          <a:noFill/>
          <a:ln/>
        </p:spPr>
        <p:txBody>
          <a:bodyPr wrap="square" rtlCol="0" anchor="ctr"/>
          <a:lstStyle/>
          <a:p>
            <a:pPr>
              <a:lnSpc>
                <a:spcPts val="1560"/>
              </a:lnSpc>
            </a:pPr>
            <a:r>
              <a:rPr lang="en-US" sz="900" dirty="0">
                <a:solidFill>
                  <a:srgbClr val="7F7F7F"/>
                </a:solidFill>
                <a:latin typeface="Arial MT Pro"/>
                <a:ea typeface="Arial MT Pro"/>
                <a:cs typeface="Arial MT Pro"/>
                <a:sym typeface="Arial MT Pro"/>
              </a:rPr>
              <a:t>Samsung Innovation Campus</a:t>
            </a:r>
          </a:p>
        </p:txBody>
      </p:sp>
      <p:sp>
        <p:nvSpPr>
          <p:cNvPr id="23" name="AutoShape 4">
            <a:extLst>
              <a:ext uri="{FF2B5EF4-FFF2-40B4-BE49-F238E27FC236}">
                <a16:creationId xmlns:a16="http://schemas.microsoft.com/office/drawing/2014/main" id="{D3D94A96-E7E6-7413-6189-F07144B2DD99}"/>
              </a:ext>
            </a:extLst>
          </p:cNvPr>
          <p:cNvSpPr/>
          <p:nvPr/>
        </p:nvSpPr>
        <p:spPr>
          <a:xfrm rot="3727" flipV="1">
            <a:off x="457203" y="6207894"/>
            <a:ext cx="10360146" cy="11912"/>
          </a:xfrm>
          <a:prstGeom prst="line">
            <a:avLst/>
          </a:prstGeom>
          <a:ln w="9525" cap="rnd">
            <a:solidFill>
              <a:srgbClr val="BFBFBF"/>
            </a:solidFill>
            <a:prstDash val="solid"/>
            <a:headEnd type="none" w="sm" len="sm"/>
            <a:tailEnd type="none" w="sm" len="sm"/>
          </a:ln>
        </p:spPr>
        <p:txBody>
          <a:bodyPr/>
          <a:lstStyle/>
          <a:p>
            <a:endParaRPr lang="en-US" dirty="0"/>
          </a:p>
        </p:txBody>
      </p:sp>
      <p:grpSp>
        <p:nvGrpSpPr>
          <p:cNvPr id="24" name="Group 2">
            <a:extLst>
              <a:ext uri="{FF2B5EF4-FFF2-40B4-BE49-F238E27FC236}">
                <a16:creationId xmlns:a16="http://schemas.microsoft.com/office/drawing/2014/main" id="{65000EA3-AFBD-5E1E-C75C-BEB046FEAAB4}"/>
              </a:ext>
            </a:extLst>
          </p:cNvPr>
          <p:cNvGrpSpPr/>
          <p:nvPr/>
        </p:nvGrpSpPr>
        <p:grpSpPr>
          <a:xfrm>
            <a:off x="-1545" y="-13258"/>
            <a:ext cx="12192041" cy="1046530"/>
            <a:chOff x="88578" y="-4860504"/>
            <a:chExt cx="13203810" cy="2760725"/>
          </a:xfrm>
        </p:grpSpPr>
        <p:sp>
          <p:nvSpPr>
            <p:cNvPr id="25" name="Freeform 3">
              <a:extLst>
                <a:ext uri="{FF2B5EF4-FFF2-40B4-BE49-F238E27FC236}">
                  <a16:creationId xmlns:a16="http://schemas.microsoft.com/office/drawing/2014/main" id="{96E3325A-BE1A-9B48-4C0C-2B4AD4D38C93}"/>
                </a:ext>
              </a:extLst>
            </p:cNvPr>
            <p:cNvSpPr/>
            <p:nvPr/>
          </p:nvSpPr>
          <p:spPr>
            <a:xfrm>
              <a:off x="88578" y="-4860504"/>
              <a:ext cx="13203810" cy="2760725"/>
            </a:xfrm>
            <a:custGeom>
              <a:avLst/>
              <a:gdLst/>
              <a:ahLst/>
              <a:cxnLst/>
              <a:rect l="l" t="t" r="r" b="b"/>
              <a:pathLst>
                <a:path w="13203810" h="2760726">
                  <a:moveTo>
                    <a:pt x="0" y="0"/>
                  </a:moveTo>
                  <a:lnTo>
                    <a:pt x="13203810" y="0"/>
                  </a:lnTo>
                  <a:lnTo>
                    <a:pt x="13203810" y="2760726"/>
                  </a:lnTo>
                  <a:lnTo>
                    <a:pt x="0" y="2760726"/>
                  </a:lnTo>
                  <a:close/>
                </a:path>
              </a:pathLst>
            </a:custGeom>
            <a:solidFill>
              <a:srgbClr val="193EB0"/>
            </a:solidFill>
          </p:spPr>
          <p:txBody>
            <a:bodyPr/>
            <a:lstStyle/>
            <a:p>
              <a:endParaRPr lang="en-US" dirty="0"/>
            </a:p>
          </p:txBody>
        </p:sp>
      </p:grpSp>
      <p:sp>
        <p:nvSpPr>
          <p:cNvPr id="4" name="Text 2"/>
          <p:cNvSpPr txBox="1"/>
          <p:nvPr/>
        </p:nvSpPr>
        <p:spPr>
          <a:xfrm>
            <a:off x="3160322" y="358258"/>
            <a:ext cx="7315200" cy="274320"/>
          </a:xfrm>
          <a:prstGeom prst="rect">
            <a:avLst/>
          </a:prstGeom>
          <a:noFill/>
          <a:ln/>
        </p:spPr>
        <p:txBody>
          <a:bodyPr wrap="square" rtlCol="0" anchor="ctr"/>
          <a:lstStyle/>
          <a:p>
            <a:pPr marL="0" indent="0">
              <a:buNone/>
            </a:pPr>
            <a:r>
              <a:rPr lang="en-US" sz="3600" b="1" kern="0" spc="200" dirty="0">
                <a:solidFill>
                  <a:schemeClr val="bg1"/>
                </a:solidFill>
                <a:latin typeface="Arial" pitchFamily="34" charset="0"/>
                <a:ea typeface="Arial" pitchFamily="34" charset="-122"/>
                <a:cs typeface="Arial" pitchFamily="34" charset="-120"/>
              </a:rPr>
              <a:t>DATA UNDERSTANDING</a:t>
            </a:r>
            <a:endParaRPr lang="en-US" sz="3600" dirty="0">
              <a:solidFill>
                <a:schemeClr val="bg1"/>
              </a:solidFill>
            </a:endParaRPr>
          </a:p>
        </p:txBody>
      </p:sp>
      <p:pic>
        <p:nvPicPr>
          <p:cNvPr id="33" name="Picture 32">
            <a:extLst>
              <a:ext uri="{FF2B5EF4-FFF2-40B4-BE49-F238E27FC236}">
                <a16:creationId xmlns:a16="http://schemas.microsoft.com/office/drawing/2014/main" id="{81BC59A3-CD37-838A-2892-E3BB5341B6EB}"/>
              </a:ext>
            </a:extLst>
          </p:cNvPr>
          <p:cNvPicPr>
            <a:picLocks noChangeAspect="1"/>
          </p:cNvPicPr>
          <p:nvPr/>
        </p:nvPicPr>
        <p:blipFill>
          <a:blip r:embed="rId4"/>
          <a:stretch>
            <a:fillRect/>
          </a:stretch>
        </p:blipFill>
        <p:spPr>
          <a:xfrm>
            <a:off x="9637845" y="1011509"/>
            <a:ext cx="2124387" cy="2124387"/>
          </a:xfrm>
          <a:prstGeom prst="rect">
            <a:avLst/>
          </a:prstGeom>
        </p:spPr>
      </p:pic>
      <p:pic>
        <p:nvPicPr>
          <p:cNvPr id="35" name="Picture 34">
            <a:extLst>
              <a:ext uri="{FF2B5EF4-FFF2-40B4-BE49-F238E27FC236}">
                <a16:creationId xmlns:a16="http://schemas.microsoft.com/office/drawing/2014/main" id="{68A73921-77CD-C7C9-7CC6-B773C2D0BCC1}"/>
              </a:ext>
            </a:extLst>
          </p:cNvPr>
          <p:cNvPicPr>
            <a:picLocks noChangeAspect="1"/>
          </p:cNvPicPr>
          <p:nvPr/>
        </p:nvPicPr>
        <p:blipFill>
          <a:blip r:embed="rId5"/>
          <a:stretch>
            <a:fillRect/>
          </a:stretch>
        </p:blipFill>
        <p:spPr>
          <a:xfrm>
            <a:off x="1345930" y="3768294"/>
            <a:ext cx="2250710" cy="2250710"/>
          </a:xfrm>
          <a:prstGeom prst="rect">
            <a:avLst/>
          </a:prstGeom>
        </p:spPr>
      </p:pic>
    </p:spTree>
  </p:cSld>
  <p:clrMapOvr>
    <a:masterClrMapping/>
  </p:clrMapOvr>
  <mc:AlternateContent xmlns:mc="http://schemas.openxmlformats.org/markup-compatibility/2006">
    <mc:Choice xmlns:p159="http://schemas.microsoft.com/office/powerpoint/2015/09/main" Requires="p159">
      <p:transition xmlns:p14="http://schemas.microsoft.com/office/powerpoint/2010/main" spd="slow" p14:dur="2000">
        <p159:morph option="byObject"/>
      </p:transition>
    </mc:Choice>
    <mc:Fallback>
      <p:transition spd="slow">
        <p:fade/>
      </p:transition>
    </mc:Fallback>
  </mc:AlternateContent>
</p:sld>
</file>

<file path=ppt/slides/slide8.xml><?xml version="1.0" encoding="utf-8"?>
<p:sld xmlns:a="http://schemas.openxmlformats.org/drawingml/2006/main" xmlns:r="http://schemas.openxmlformats.org/officeDocument/2006/relationships" xmlns:p="http://schemas.openxmlformats.org/presentationml/2006/main">
  <p:cSld name="Slide 7">
    <p:bg>
      <p:bgPr>
        <a:solidFill>
          <a:srgbClr val="FFFFFF"/>
        </a:solidFill>
        <a:effectLst/>
      </p:bgPr>
    </p:bg>
    <p:spTree>
      <p:nvGrpSpPr>
        <p:cNvPr id="1" name=""/>
        <p:cNvGrpSpPr/>
        <p:nvPr/>
      </p:nvGrpSpPr>
      <p:grpSpPr>
        <a:xfrm>
          <a:off x="0" y="0"/>
          <a:ext cx="0" cy="0"/>
          <a:chOff x="0" y="0"/>
          <a:chExt cx="0" cy="0"/>
        </a:xfrm>
      </p:grpSpPr>
      <p:grpSp>
        <p:nvGrpSpPr>
          <p:cNvPr id="24" name="Group 2">
            <a:extLst>
              <a:ext uri="{FF2B5EF4-FFF2-40B4-BE49-F238E27FC236}">
                <a16:creationId xmlns:a16="http://schemas.microsoft.com/office/drawing/2014/main" id="{B8672F42-0873-205C-D52D-6BBEEC8A12E6}"/>
              </a:ext>
            </a:extLst>
          </p:cNvPr>
          <p:cNvGrpSpPr/>
          <p:nvPr/>
        </p:nvGrpSpPr>
        <p:grpSpPr>
          <a:xfrm>
            <a:off x="0" y="-131"/>
            <a:ext cx="12192041" cy="1046530"/>
            <a:chOff x="2" y="-343"/>
            <a:chExt cx="13203810" cy="2760725"/>
          </a:xfrm>
        </p:grpSpPr>
        <p:sp>
          <p:nvSpPr>
            <p:cNvPr id="25" name="Freeform 3">
              <a:extLst>
                <a:ext uri="{FF2B5EF4-FFF2-40B4-BE49-F238E27FC236}">
                  <a16:creationId xmlns:a16="http://schemas.microsoft.com/office/drawing/2014/main" id="{A9B4B89E-10A0-21CD-D382-E99DF3BB6D99}"/>
                </a:ext>
              </a:extLst>
            </p:cNvPr>
            <p:cNvSpPr/>
            <p:nvPr/>
          </p:nvSpPr>
          <p:spPr>
            <a:xfrm>
              <a:off x="2" y="-343"/>
              <a:ext cx="13203810" cy="2760725"/>
            </a:xfrm>
            <a:custGeom>
              <a:avLst/>
              <a:gdLst/>
              <a:ahLst/>
              <a:cxnLst/>
              <a:rect l="l" t="t" r="r" b="b"/>
              <a:pathLst>
                <a:path w="13203810" h="2760726">
                  <a:moveTo>
                    <a:pt x="0" y="0"/>
                  </a:moveTo>
                  <a:lnTo>
                    <a:pt x="13203810" y="0"/>
                  </a:lnTo>
                  <a:lnTo>
                    <a:pt x="13203810" y="2760726"/>
                  </a:lnTo>
                  <a:lnTo>
                    <a:pt x="0" y="2760726"/>
                  </a:lnTo>
                  <a:close/>
                </a:path>
              </a:pathLst>
            </a:custGeom>
            <a:solidFill>
              <a:srgbClr val="193EB0"/>
            </a:solidFill>
          </p:spPr>
          <p:txBody>
            <a:bodyPr/>
            <a:lstStyle/>
            <a:p>
              <a:endParaRPr lang="en-US" dirty="0"/>
            </a:p>
          </p:txBody>
        </p:sp>
      </p:grpSp>
      <p:sp>
        <p:nvSpPr>
          <p:cNvPr id="4" name="Text 2"/>
          <p:cNvSpPr txBox="1"/>
          <p:nvPr/>
        </p:nvSpPr>
        <p:spPr>
          <a:xfrm>
            <a:off x="2139696" y="353970"/>
            <a:ext cx="7315200" cy="274320"/>
          </a:xfrm>
          <a:prstGeom prst="rect">
            <a:avLst/>
          </a:prstGeom>
          <a:noFill/>
          <a:ln/>
        </p:spPr>
        <p:txBody>
          <a:bodyPr wrap="square" rtlCol="0" anchor="ctr"/>
          <a:lstStyle/>
          <a:p>
            <a:pPr marL="0" indent="0" algn="ctr">
              <a:buNone/>
            </a:pPr>
            <a:r>
              <a:rPr lang="en-US" sz="3600" b="1" kern="0" spc="200" dirty="0">
                <a:solidFill>
                  <a:schemeClr val="bg1"/>
                </a:solidFill>
                <a:latin typeface="Arial" pitchFamily="34" charset="0"/>
                <a:ea typeface="Arial" pitchFamily="34" charset="-122"/>
                <a:cs typeface="Arial" pitchFamily="34" charset="-120"/>
              </a:rPr>
              <a:t>EXPLORATORY ANALYSIS</a:t>
            </a:r>
            <a:endParaRPr lang="en-US" sz="3600" dirty="0">
              <a:solidFill>
                <a:schemeClr val="bg1"/>
              </a:solidFill>
            </a:endParaRPr>
          </a:p>
        </p:txBody>
      </p:sp>
      <p:sp>
        <p:nvSpPr>
          <p:cNvPr id="5" name="Text 3"/>
          <p:cNvSpPr txBox="1"/>
          <p:nvPr/>
        </p:nvSpPr>
        <p:spPr>
          <a:xfrm>
            <a:off x="457200" y="1106424"/>
            <a:ext cx="11274552" cy="566928"/>
          </a:xfrm>
          <a:prstGeom prst="rect">
            <a:avLst/>
          </a:prstGeom>
          <a:noFill/>
          <a:ln/>
        </p:spPr>
        <p:txBody>
          <a:bodyPr wrap="square" rtlCol="0" anchor="ctr"/>
          <a:lstStyle/>
          <a:p>
            <a:pPr marL="0" indent="0">
              <a:buNone/>
            </a:pPr>
            <a:r>
              <a:rPr lang="en-US" sz="2700" b="1" dirty="0">
                <a:solidFill>
                  <a:srgbClr val="1C1C1C"/>
                </a:solidFill>
                <a:latin typeface="Arial" pitchFamily="34" charset="0"/>
                <a:ea typeface="Arial" pitchFamily="34" charset="-122"/>
                <a:cs typeface="Arial" pitchFamily="34" charset="-120"/>
              </a:rPr>
              <a:t>EDA – Temporal Traffic Patterns</a:t>
            </a:r>
            <a:endParaRPr lang="en-US" sz="2700" dirty="0"/>
          </a:p>
        </p:txBody>
      </p:sp>
      <p:graphicFrame>
        <p:nvGraphicFramePr>
          <p:cNvPr id="6" name="Chart 0"/>
          <p:cNvGraphicFramePr/>
          <p:nvPr/>
        </p:nvGraphicFramePr>
        <p:xfrm>
          <a:off x="457200" y="1600200"/>
          <a:ext cx="6949440" cy="4206240"/>
        </p:xfrm>
        <a:graphic>
          <a:graphicData uri="http://schemas.openxmlformats.org/drawingml/2006/chart">
            <c:chart xmlns:c="http://schemas.openxmlformats.org/drawingml/2006/chart" xmlns:r="http://schemas.openxmlformats.org/officeDocument/2006/relationships" r:id="rId3"/>
          </a:graphicData>
        </a:graphic>
      </p:graphicFrame>
      <p:sp>
        <p:nvSpPr>
          <p:cNvPr id="7" name="Shape 4"/>
          <p:cNvSpPr/>
          <p:nvPr/>
        </p:nvSpPr>
        <p:spPr>
          <a:xfrm>
            <a:off x="7543800" y="1691640"/>
            <a:ext cx="4187952" cy="1234440"/>
          </a:xfrm>
          <a:prstGeom prst="roundRect">
            <a:avLst>
              <a:gd name="adj" fmla="val 4444"/>
            </a:avLst>
          </a:prstGeom>
          <a:ln/>
        </p:spPr>
        <p:style>
          <a:lnRef idx="2">
            <a:schemeClr val="dk1"/>
          </a:lnRef>
          <a:fillRef idx="1">
            <a:schemeClr val="lt1"/>
          </a:fillRef>
          <a:effectRef idx="0">
            <a:schemeClr val="dk1"/>
          </a:effectRef>
          <a:fontRef idx="minor">
            <a:schemeClr val="dk1"/>
          </a:fontRef>
        </p:style>
        <p:txBody>
          <a:bodyPr/>
          <a:lstStyle/>
          <a:p>
            <a:endParaRPr lang="en-US"/>
          </a:p>
        </p:txBody>
      </p:sp>
      <p:sp>
        <p:nvSpPr>
          <p:cNvPr id="8" name="Text 5"/>
          <p:cNvSpPr txBox="1"/>
          <p:nvPr/>
        </p:nvSpPr>
        <p:spPr>
          <a:xfrm>
            <a:off x="7772400" y="1801368"/>
            <a:ext cx="3749040" cy="256032"/>
          </a:xfrm>
          <a:prstGeom prst="rect">
            <a:avLst/>
          </a:prstGeom>
          <a:noFill/>
          <a:ln/>
        </p:spPr>
        <p:txBody>
          <a:bodyPr wrap="square" lIns="0" tIns="0" rIns="0" bIns="0" rtlCol="0" anchor="ctr"/>
          <a:lstStyle/>
          <a:p>
            <a:pPr marL="0" indent="0" algn="ctr">
              <a:buNone/>
            </a:pPr>
            <a:r>
              <a:rPr lang="en-US" sz="1600" b="1" dirty="0">
                <a:solidFill>
                  <a:srgbClr val="193EB0"/>
                </a:solidFill>
                <a:latin typeface="Arial" pitchFamily="34" charset="0"/>
                <a:ea typeface="Arial" pitchFamily="34" charset="-122"/>
                <a:cs typeface="Arial" pitchFamily="34" charset="-120"/>
              </a:rPr>
              <a:t>Peak at 4 PM</a:t>
            </a:r>
            <a:endParaRPr lang="en-US" sz="1600" dirty="0"/>
          </a:p>
        </p:txBody>
      </p:sp>
      <p:sp>
        <p:nvSpPr>
          <p:cNvPr id="9" name="Text 6"/>
          <p:cNvSpPr txBox="1"/>
          <p:nvPr/>
        </p:nvSpPr>
        <p:spPr>
          <a:xfrm>
            <a:off x="7772400" y="2093976"/>
            <a:ext cx="3749040" cy="731520"/>
          </a:xfrm>
          <a:prstGeom prst="rect">
            <a:avLst/>
          </a:prstGeom>
          <a:noFill/>
          <a:ln/>
        </p:spPr>
        <p:txBody>
          <a:bodyPr wrap="square" lIns="0" tIns="0" rIns="0" bIns="0" rtlCol="0" anchor="ctr"/>
          <a:lstStyle/>
          <a:p>
            <a:pPr marL="0" indent="0" algn="ctr">
              <a:lnSpc>
                <a:spcPct val="120000"/>
              </a:lnSpc>
              <a:buNone/>
            </a:pPr>
            <a:r>
              <a:rPr lang="en-US" sz="1200" b="1" dirty="0">
                <a:latin typeface="Arial" pitchFamily="34" charset="0"/>
                <a:ea typeface="Arial" pitchFamily="34" charset="-122"/>
                <a:cs typeface="Arial" pitchFamily="34" charset="-120"/>
              </a:rPr>
              <a:t>16:00 averages 5,709 vehicles/hour — the single busiest hour in six years of data.</a:t>
            </a:r>
            <a:endParaRPr lang="en-US" sz="1200" b="1" dirty="0"/>
          </a:p>
        </p:txBody>
      </p:sp>
      <p:sp>
        <p:nvSpPr>
          <p:cNvPr id="10" name="Shape 7"/>
          <p:cNvSpPr/>
          <p:nvPr/>
        </p:nvSpPr>
        <p:spPr>
          <a:xfrm>
            <a:off x="7543800" y="3063240"/>
            <a:ext cx="4187952" cy="1234440"/>
          </a:xfrm>
          <a:prstGeom prst="roundRect">
            <a:avLst>
              <a:gd name="adj" fmla="val 4444"/>
            </a:avLst>
          </a:prstGeom>
          <a:ln/>
        </p:spPr>
        <p:style>
          <a:lnRef idx="2">
            <a:schemeClr val="dk1"/>
          </a:lnRef>
          <a:fillRef idx="1">
            <a:schemeClr val="lt1"/>
          </a:fillRef>
          <a:effectRef idx="0">
            <a:schemeClr val="dk1"/>
          </a:effectRef>
          <a:fontRef idx="minor">
            <a:schemeClr val="dk1"/>
          </a:fontRef>
        </p:style>
        <p:txBody>
          <a:bodyPr/>
          <a:lstStyle/>
          <a:p>
            <a:endParaRPr lang="en-US"/>
          </a:p>
        </p:txBody>
      </p:sp>
      <p:sp>
        <p:nvSpPr>
          <p:cNvPr id="11" name="Text 8"/>
          <p:cNvSpPr txBox="1"/>
          <p:nvPr/>
        </p:nvSpPr>
        <p:spPr>
          <a:xfrm>
            <a:off x="7772400" y="3172968"/>
            <a:ext cx="3749040" cy="256032"/>
          </a:xfrm>
          <a:prstGeom prst="rect">
            <a:avLst/>
          </a:prstGeom>
          <a:noFill/>
          <a:ln/>
        </p:spPr>
        <p:txBody>
          <a:bodyPr wrap="square" lIns="0" tIns="0" rIns="0" bIns="0" rtlCol="0" anchor="ctr"/>
          <a:lstStyle/>
          <a:p>
            <a:pPr marL="0" indent="0" algn="ctr">
              <a:buNone/>
            </a:pPr>
            <a:r>
              <a:rPr lang="en-US" sz="1600" b="1" dirty="0">
                <a:solidFill>
                  <a:srgbClr val="193EB0"/>
                </a:solidFill>
                <a:latin typeface="Arial" pitchFamily="34" charset="0"/>
                <a:ea typeface="Arial" pitchFamily="34" charset="-122"/>
                <a:cs typeface="Arial" pitchFamily="34" charset="-120"/>
              </a:rPr>
              <a:t>Trough at 3 AM</a:t>
            </a:r>
            <a:endParaRPr lang="en-US" sz="1600" dirty="0"/>
          </a:p>
        </p:txBody>
      </p:sp>
      <p:sp>
        <p:nvSpPr>
          <p:cNvPr id="12" name="Text 9"/>
          <p:cNvSpPr txBox="1"/>
          <p:nvPr/>
        </p:nvSpPr>
        <p:spPr>
          <a:xfrm>
            <a:off x="7772400" y="3465576"/>
            <a:ext cx="3749040" cy="731520"/>
          </a:xfrm>
          <a:prstGeom prst="rect">
            <a:avLst/>
          </a:prstGeom>
          <a:noFill/>
          <a:ln/>
        </p:spPr>
        <p:txBody>
          <a:bodyPr wrap="square" lIns="0" tIns="0" rIns="0" bIns="0" rtlCol="0" anchor="ctr"/>
          <a:lstStyle/>
          <a:p>
            <a:pPr marL="0" indent="0" algn="ctr">
              <a:lnSpc>
                <a:spcPct val="120000"/>
              </a:lnSpc>
              <a:buNone/>
            </a:pPr>
            <a:r>
              <a:rPr lang="en-US" sz="1200" b="1" dirty="0">
                <a:latin typeface="Arial" pitchFamily="34" charset="0"/>
                <a:ea typeface="Arial" pitchFamily="34" charset="-122"/>
                <a:cs typeface="Arial" pitchFamily="34" charset="-120"/>
              </a:rPr>
              <a:t>03:00 averages just 373 vehicles/hour: a 15x difference from the peak.</a:t>
            </a:r>
            <a:endParaRPr lang="en-US" sz="1200" b="1" dirty="0"/>
          </a:p>
        </p:txBody>
      </p:sp>
      <p:sp>
        <p:nvSpPr>
          <p:cNvPr id="13" name="Shape 10"/>
          <p:cNvSpPr/>
          <p:nvPr/>
        </p:nvSpPr>
        <p:spPr>
          <a:xfrm>
            <a:off x="7543800" y="4434840"/>
            <a:ext cx="4187952" cy="1234440"/>
          </a:xfrm>
          <a:prstGeom prst="roundRect">
            <a:avLst>
              <a:gd name="adj" fmla="val 4444"/>
            </a:avLst>
          </a:prstGeom>
          <a:ln/>
        </p:spPr>
        <p:style>
          <a:lnRef idx="2">
            <a:schemeClr val="dk1"/>
          </a:lnRef>
          <a:fillRef idx="1">
            <a:schemeClr val="lt1"/>
          </a:fillRef>
          <a:effectRef idx="0">
            <a:schemeClr val="dk1"/>
          </a:effectRef>
          <a:fontRef idx="minor">
            <a:schemeClr val="dk1"/>
          </a:fontRef>
        </p:style>
        <p:txBody>
          <a:bodyPr/>
          <a:lstStyle/>
          <a:p>
            <a:endParaRPr lang="en-US"/>
          </a:p>
        </p:txBody>
      </p:sp>
      <p:sp>
        <p:nvSpPr>
          <p:cNvPr id="14" name="Text 11"/>
          <p:cNvSpPr txBox="1"/>
          <p:nvPr/>
        </p:nvSpPr>
        <p:spPr>
          <a:xfrm>
            <a:off x="7772400" y="4544568"/>
            <a:ext cx="3749040" cy="256032"/>
          </a:xfrm>
          <a:prstGeom prst="rect">
            <a:avLst/>
          </a:prstGeom>
          <a:noFill/>
          <a:ln/>
        </p:spPr>
        <p:txBody>
          <a:bodyPr wrap="square" lIns="0" tIns="0" rIns="0" bIns="0" rtlCol="0" anchor="ctr"/>
          <a:lstStyle/>
          <a:p>
            <a:pPr marL="0" indent="0" algn="ctr">
              <a:buNone/>
            </a:pPr>
            <a:r>
              <a:rPr lang="en-US" sz="1600" b="1" dirty="0">
                <a:solidFill>
                  <a:srgbClr val="193EB0"/>
                </a:solidFill>
                <a:latin typeface="Arial" pitchFamily="34" charset="0"/>
                <a:ea typeface="Arial" pitchFamily="34" charset="-122"/>
                <a:cs typeface="Arial" pitchFamily="34" charset="-120"/>
              </a:rPr>
              <a:t>Weekday vs Weekend</a:t>
            </a:r>
            <a:endParaRPr lang="en-US" sz="1600" dirty="0"/>
          </a:p>
        </p:txBody>
      </p:sp>
      <p:sp>
        <p:nvSpPr>
          <p:cNvPr id="15" name="Text 12"/>
          <p:cNvSpPr txBox="1"/>
          <p:nvPr/>
        </p:nvSpPr>
        <p:spPr>
          <a:xfrm>
            <a:off x="7772400" y="4837176"/>
            <a:ext cx="3749040" cy="731520"/>
          </a:xfrm>
          <a:prstGeom prst="rect">
            <a:avLst/>
          </a:prstGeom>
          <a:noFill/>
          <a:ln/>
        </p:spPr>
        <p:txBody>
          <a:bodyPr wrap="square" lIns="0" tIns="0" rIns="0" bIns="0" rtlCol="0" anchor="ctr"/>
          <a:lstStyle/>
          <a:p>
            <a:pPr marL="0" indent="0" algn="ctr">
              <a:lnSpc>
                <a:spcPct val="120000"/>
              </a:lnSpc>
              <a:buNone/>
            </a:pPr>
            <a:r>
              <a:rPr lang="en-US" sz="1200" b="1" dirty="0">
                <a:latin typeface="Arial" pitchFamily="34" charset="0"/>
                <a:ea typeface="Arial" pitchFamily="34" charset="-122"/>
                <a:cs typeface="Arial" pitchFamily="34" charset="-120"/>
              </a:rPr>
              <a:t>Weekdays average 3,558 veh/hr versus 2,625 on weekends — a 26% drop.</a:t>
            </a:r>
            <a:endParaRPr lang="en-US" sz="1200" b="1" dirty="0"/>
          </a:p>
        </p:txBody>
      </p:sp>
      <p:sp>
        <p:nvSpPr>
          <p:cNvPr id="17" name="Text 14"/>
          <p:cNvSpPr txBox="1"/>
          <p:nvPr/>
        </p:nvSpPr>
        <p:spPr>
          <a:xfrm>
            <a:off x="11274552" y="6547104"/>
            <a:ext cx="457200" cy="237744"/>
          </a:xfrm>
          <a:prstGeom prst="rect">
            <a:avLst/>
          </a:prstGeom>
          <a:noFill/>
          <a:ln/>
        </p:spPr>
        <p:txBody>
          <a:bodyPr wrap="square" rtlCol="0" anchor="ctr"/>
          <a:lstStyle/>
          <a:p>
            <a:pPr marL="0" indent="0" algn="r">
              <a:buNone/>
            </a:pPr>
            <a:r>
              <a:rPr lang="en-US" sz="850" dirty="0">
                <a:solidFill>
                  <a:srgbClr val="BFBFBF"/>
                </a:solidFill>
                <a:latin typeface="Arial" pitchFamily="34" charset="0"/>
                <a:ea typeface="Arial" pitchFamily="34" charset="-122"/>
                <a:cs typeface="Arial" pitchFamily="34" charset="-120"/>
              </a:rPr>
              <a:t>7</a:t>
            </a:r>
            <a:endParaRPr lang="en-US" sz="850" dirty="0"/>
          </a:p>
        </p:txBody>
      </p:sp>
      <p:sp>
        <p:nvSpPr>
          <p:cNvPr id="19" name="Text 28">
            <a:extLst>
              <a:ext uri="{FF2B5EF4-FFF2-40B4-BE49-F238E27FC236}">
                <a16:creationId xmlns:a16="http://schemas.microsoft.com/office/drawing/2014/main" id="{1CD46F5A-D2B7-2CCC-C496-29A7E0D5D484}"/>
              </a:ext>
            </a:extLst>
          </p:cNvPr>
          <p:cNvSpPr txBox="1"/>
          <p:nvPr/>
        </p:nvSpPr>
        <p:spPr>
          <a:xfrm>
            <a:off x="310896" y="6375291"/>
            <a:ext cx="5486400" cy="237744"/>
          </a:xfrm>
          <a:prstGeom prst="rect">
            <a:avLst/>
          </a:prstGeom>
          <a:noFill/>
          <a:ln/>
        </p:spPr>
        <p:txBody>
          <a:bodyPr wrap="square" rtlCol="0" anchor="ctr"/>
          <a:lstStyle/>
          <a:p>
            <a:pPr>
              <a:lnSpc>
                <a:spcPts val="1560"/>
              </a:lnSpc>
            </a:pPr>
            <a:r>
              <a:rPr lang="en-US" sz="900" dirty="0">
                <a:solidFill>
                  <a:srgbClr val="7F7F7F"/>
                </a:solidFill>
                <a:latin typeface="Arial MT Pro"/>
                <a:ea typeface="Arial MT Pro"/>
                <a:cs typeface="Arial MT Pro"/>
                <a:sym typeface="Arial MT Pro"/>
              </a:rPr>
              <a:t>Samsung Innovation Campus</a:t>
            </a:r>
          </a:p>
        </p:txBody>
      </p:sp>
      <p:sp>
        <p:nvSpPr>
          <p:cNvPr id="21" name="AutoShape 4">
            <a:extLst>
              <a:ext uri="{FF2B5EF4-FFF2-40B4-BE49-F238E27FC236}">
                <a16:creationId xmlns:a16="http://schemas.microsoft.com/office/drawing/2014/main" id="{BA5B5B9C-6688-4124-93B4-393BC2B9E77E}"/>
              </a:ext>
            </a:extLst>
          </p:cNvPr>
          <p:cNvSpPr/>
          <p:nvPr/>
        </p:nvSpPr>
        <p:spPr>
          <a:xfrm rot="3727" flipV="1">
            <a:off x="457203" y="6207894"/>
            <a:ext cx="10360146" cy="11912"/>
          </a:xfrm>
          <a:prstGeom prst="line">
            <a:avLst/>
          </a:prstGeom>
          <a:ln w="9525" cap="rnd">
            <a:solidFill>
              <a:srgbClr val="BFBFBF"/>
            </a:solidFill>
            <a:prstDash val="solid"/>
            <a:headEnd type="none" w="sm" len="sm"/>
            <a:tailEnd type="none" w="sm" len="sm"/>
          </a:ln>
        </p:spPr>
        <p:txBody>
          <a:bodyPr/>
          <a:lstStyle/>
          <a:p>
            <a:endParaRPr lang="en-US" dirty="0"/>
          </a:p>
        </p:txBody>
      </p:sp>
    </p:spTree>
  </p:cSld>
  <p:clrMapOvr>
    <a:masterClrMapping/>
  </p:clrMapOvr>
  <mc:AlternateContent xmlns:mc="http://schemas.openxmlformats.org/markup-compatibility/2006">
    <mc:Choice xmlns:p159="http://schemas.microsoft.com/office/powerpoint/2015/09/main" Requires="p159">
      <p:transition xmlns:p14="http://schemas.microsoft.com/office/powerpoint/2010/main" spd="slow" p14:dur="2000">
        <p159:morph option="byObject"/>
      </p:transition>
    </mc:Choice>
    <mc:Fallback>
      <p:transition spd="slow">
        <p:fade/>
      </p:transition>
    </mc:Fallback>
  </mc:AlternateContent>
</p:sld>
</file>

<file path=ppt/slides/slide9.xml><?xml version="1.0" encoding="utf-8"?>
<p:sld xmlns:a="http://schemas.openxmlformats.org/drawingml/2006/main" xmlns:r="http://schemas.openxmlformats.org/officeDocument/2006/relationships" xmlns:p="http://schemas.openxmlformats.org/presentationml/2006/main">
  <p:cSld name="Slide 8">
    <p:bg>
      <p:bgPr>
        <a:solidFill>
          <a:srgbClr val="FFFFFF"/>
        </a:solidFill>
        <a:effectLst/>
      </p:bgPr>
    </p:bg>
    <p:spTree>
      <p:nvGrpSpPr>
        <p:cNvPr id="1" name=""/>
        <p:cNvGrpSpPr/>
        <p:nvPr/>
      </p:nvGrpSpPr>
      <p:grpSpPr>
        <a:xfrm>
          <a:off x="0" y="0"/>
          <a:ext cx="0" cy="0"/>
          <a:chOff x="0" y="0"/>
          <a:chExt cx="0" cy="0"/>
        </a:xfrm>
      </p:grpSpPr>
      <p:grpSp>
        <p:nvGrpSpPr>
          <p:cNvPr id="15" name="Group 2">
            <a:extLst>
              <a:ext uri="{FF2B5EF4-FFF2-40B4-BE49-F238E27FC236}">
                <a16:creationId xmlns:a16="http://schemas.microsoft.com/office/drawing/2014/main" id="{87ACFC1E-EB61-C177-AD4A-6BE484F8B01B}"/>
              </a:ext>
            </a:extLst>
          </p:cNvPr>
          <p:cNvGrpSpPr/>
          <p:nvPr/>
        </p:nvGrpSpPr>
        <p:grpSpPr>
          <a:xfrm>
            <a:off x="0" y="-131"/>
            <a:ext cx="12192041" cy="1046530"/>
            <a:chOff x="2" y="-343"/>
            <a:chExt cx="13203810" cy="2760725"/>
          </a:xfrm>
        </p:grpSpPr>
        <p:sp>
          <p:nvSpPr>
            <p:cNvPr id="16" name="Freeform 3">
              <a:extLst>
                <a:ext uri="{FF2B5EF4-FFF2-40B4-BE49-F238E27FC236}">
                  <a16:creationId xmlns:a16="http://schemas.microsoft.com/office/drawing/2014/main" id="{9F4EEC19-8EDD-D2FF-6502-45393A5DFF70}"/>
                </a:ext>
              </a:extLst>
            </p:cNvPr>
            <p:cNvSpPr/>
            <p:nvPr/>
          </p:nvSpPr>
          <p:spPr>
            <a:xfrm>
              <a:off x="2" y="-343"/>
              <a:ext cx="13203810" cy="2760725"/>
            </a:xfrm>
            <a:custGeom>
              <a:avLst/>
              <a:gdLst/>
              <a:ahLst/>
              <a:cxnLst/>
              <a:rect l="l" t="t" r="r" b="b"/>
              <a:pathLst>
                <a:path w="13203810" h="2760726">
                  <a:moveTo>
                    <a:pt x="0" y="0"/>
                  </a:moveTo>
                  <a:lnTo>
                    <a:pt x="13203810" y="0"/>
                  </a:lnTo>
                  <a:lnTo>
                    <a:pt x="13203810" y="2760726"/>
                  </a:lnTo>
                  <a:lnTo>
                    <a:pt x="0" y="2760726"/>
                  </a:lnTo>
                  <a:close/>
                </a:path>
              </a:pathLst>
            </a:custGeom>
            <a:solidFill>
              <a:srgbClr val="193EB0"/>
            </a:solidFill>
          </p:spPr>
          <p:txBody>
            <a:bodyPr/>
            <a:lstStyle/>
            <a:p>
              <a:endParaRPr lang="en-US" dirty="0"/>
            </a:p>
          </p:txBody>
        </p:sp>
      </p:grpSp>
      <p:sp>
        <p:nvSpPr>
          <p:cNvPr id="4" name="Text 2"/>
          <p:cNvSpPr txBox="1"/>
          <p:nvPr/>
        </p:nvSpPr>
        <p:spPr>
          <a:xfrm>
            <a:off x="2436876" y="400554"/>
            <a:ext cx="7315200" cy="274320"/>
          </a:xfrm>
          <a:prstGeom prst="rect">
            <a:avLst/>
          </a:prstGeom>
          <a:noFill/>
          <a:ln/>
        </p:spPr>
        <p:txBody>
          <a:bodyPr wrap="square" rtlCol="0" anchor="ctr"/>
          <a:lstStyle/>
          <a:p>
            <a:pPr marL="0" indent="0">
              <a:buNone/>
            </a:pPr>
            <a:r>
              <a:rPr lang="en-US" sz="4000" b="1" kern="0" spc="200" dirty="0">
                <a:solidFill>
                  <a:schemeClr val="bg1"/>
                </a:solidFill>
                <a:latin typeface="Arial" pitchFamily="34" charset="0"/>
                <a:ea typeface="Arial" pitchFamily="34" charset="-122"/>
                <a:cs typeface="Arial" pitchFamily="34" charset="-120"/>
              </a:rPr>
              <a:t>EXPLORATORY ANALYSIS</a:t>
            </a:r>
            <a:endParaRPr lang="en-US" sz="4000" dirty="0">
              <a:solidFill>
                <a:schemeClr val="bg1"/>
              </a:solidFill>
            </a:endParaRPr>
          </a:p>
        </p:txBody>
      </p:sp>
      <p:sp>
        <p:nvSpPr>
          <p:cNvPr id="5" name="Text 3"/>
          <p:cNvSpPr txBox="1"/>
          <p:nvPr/>
        </p:nvSpPr>
        <p:spPr>
          <a:xfrm>
            <a:off x="310896" y="1115711"/>
            <a:ext cx="11274552" cy="566928"/>
          </a:xfrm>
          <a:prstGeom prst="rect">
            <a:avLst/>
          </a:prstGeom>
          <a:noFill/>
          <a:ln/>
        </p:spPr>
        <p:txBody>
          <a:bodyPr wrap="square" rtlCol="0" anchor="ctr"/>
          <a:lstStyle/>
          <a:p>
            <a:pPr marL="0" indent="0">
              <a:buNone/>
            </a:pPr>
            <a:r>
              <a:rPr lang="en-US" sz="2700" b="1" dirty="0">
                <a:solidFill>
                  <a:srgbClr val="1C1C1C"/>
                </a:solidFill>
                <a:latin typeface="Arial" pitchFamily="34" charset="0"/>
                <a:ea typeface="Arial" pitchFamily="34" charset="-122"/>
                <a:cs typeface="Arial" pitchFamily="34" charset="-120"/>
              </a:rPr>
              <a:t>EDA – Weather &amp; Holiday Impact</a:t>
            </a:r>
            <a:endParaRPr lang="en-US" sz="2700" dirty="0"/>
          </a:p>
        </p:txBody>
      </p:sp>
      <p:graphicFrame>
        <p:nvGraphicFramePr>
          <p:cNvPr id="6" name="Chart 0"/>
          <p:cNvGraphicFramePr/>
          <p:nvPr>
            <p:extLst>
              <p:ext uri="{D42A27DB-BD31-4B8C-83A1-F6EECF244321}">
                <p14:modId xmlns:p14="http://schemas.microsoft.com/office/powerpoint/2010/main" val="3113230404"/>
              </p:ext>
            </p:extLst>
          </p:nvPr>
        </p:nvGraphicFramePr>
        <p:xfrm>
          <a:off x="457200" y="1600200"/>
          <a:ext cx="5486400" cy="4206240"/>
        </p:xfrm>
        <a:graphic>
          <a:graphicData uri="http://schemas.openxmlformats.org/drawingml/2006/chart">
            <c:chart xmlns:c="http://schemas.openxmlformats.org/drawingml/2006/chart" xmlns:r="http://schemas.openxmlformats.org/officeDocument/2006/relationships" r:id="rId3"/>
          </a:graphicData>
        </a:graphic>
      </p:graphicFrame>
      <p:graphicFrame>
        <p:nvGraphicFramePr>
          <p:cNvPr id="7" name="Chart 1"/>
          <p:cNvGraphicFramePr/>
          <p:nvPr>
            <p:extLst>
              <p:ext uri="{D42A27DB-BD31-4B8C-83A1-F6EECF244321}">
                <p14:modId xmlns:p14="http://schemas.microsoft.com/office/powerpoint/2010/main" val="4122971370"/>
              </p:ext>
            </p:extLst>
          </p:nvPr>
        </p:nvGraphicFramePr>
        <p:xfrm>
          <a:off x="6263640" y="1600200"/>
          <a:ext cx="5468112" cy="4206240"/>
        </p:xfrm>
        <a:graphic>
          <a:graphicData uri="http://schemas.openxmlformats.org/drawingml/2006/chart">
            <c:chart xmlns:c="http://schemas.openxmlformats.org/drawingml/2006/chart" xmlns:r="http://schemas.openxmlformats.org/officeDocument/2006/relationships" r:id="rId4"/>
          </a:graphicData>
        </a:graphic>
      </p:graphicFrame>
      <p:sp>
        <p:nvSpPr>
          <p:cNvPr id="8" name="Text 4"/>
          <p:cNvSpPr txBox="1"/>
          <p:nvPr/>
        </p:nvSpPr>
        <p:spPr>
          <a:xfrm>
            <a:off x="457200" y="5681989"/>
            <a:ext cx="11274552" cy="548640"/>
          </a:xfrm>
          <a:prstGeom prst="rect">
            <a:avLst/>
          </a:prstGeom>
          <a:noFill/>
          <a:ln/>
        </p:spPr>
        <p:txBody>
          <a:bodyPr wrap="square" lIns="0" tIns="0" rIns="0" bIns="0" rtlCol="0" anchor="ctr"/>
          <a:lstStyle/>
          <a:p>
            <a:pPr marL="0" indent="0">
              <a:lnSpc>
                <a:spcPct val="120000"/>
              </a:lnSpc>
              <a:buNone/>
            </a:pPr>
            <a:r>
              <a:rPr lang="en-US" sz="1200" b="1" i="1" dirty="0">
                <a:latin typeface="Arial" pitchFamily="34" charset="0"/>
                <a:ea typeface="Arial" pitchFamily="34" charset="-122"/>
                <a:cs typeface="Arial" pitchFamily="34" charset="-120"/>
              </a:rPr>
              <a:t>Counter-intuitive finding: cloudy and rainy hours show slightly higher average volume than clear ones — likely because clear skies also occur more often overnight, not a causal weather effect. Holidays, by contrast, show a large and consistent drop.</a:t>
            </a:r>
            <a:endParaRPr lang="en-US" sz="1200" b="1" dirty="0"/>
          </a:p>
        </p:txBody>
      </p:sp>
      <p:sp>
        <p:nvSpPr>
          <p:cNvPr id="10" name="Text 6"/>
          <p:cNvSpPr txBox="1"/>
          <p:nvPr/>
        </p:nvSpPr>
        <p:spPr>
          <a:xfrm>
            <a:off x="11274552" y="6547104"/>
            <a:ext cx="457200" cy="237744"/>
          </a:xfrm>
          <a:prstGeom prst="rect">
            <a:avLst/>
          </a:prstGeom>
          <a:noFill/>
          <a:ln/>
        </p:spPr>
        <p:txBody>
          <a:bodyPr wrap="square" rtlCol="0" anchor="ctr"/>
          <a:lstStyle/>
          <a:p>
            <a:pPr marL="0" indent="0" algn="r">
              <a:buNone/>
            </a:pPr>
            <a:r>
              <a:rPr lang="en-US" sz="850" dirty="0">
                <a:solidFill>
                  <a:srgbClr val="BFBFBF"/>
                </a:solidFill>
                <a:latin typeface="Arial" pitchFamily="34" charset="0"/>
                <a:ea typeface="Arial" pitchFamily="34" charset="-122"/>
                <a:cs typeface="Arial" pitchFamily="34" charset="-120"/>
              </a:rPr>
              <a:t>8</a:t>
            </a:r>
            <a:endParaRPr lang="en-US" sz="850" dirty="0"/>
          </a:p>
        </p:txBody>
      </p:sp>
      <p:sp>
        <p:nvSpPr>
          <p:cNvPr id="12" name="Text 28">
            <a:extLst>
              <a:ext uri="{FF2B5EF4-FFF2-40B4-BE49-F238E27FC236}">
                <a16:creationId xmlns:a16="http://schemas.microsoft.com/office/drawing/2014/main" id="{74EF28E2-28D0-FC75-EDC3-35F67B7DED6A}"/>
              </a:ext>
            </a:extLst>
          </p:cNvPr>
          <p:cNvSpPr txBox="1"/>
          <p:nvPr/>
        </p:nvSpPr>
        <p:spPr>
          <a:xfrm>
            <a:off x="310896" y="6375291"/>
            <a:ext cx="5486400" cy="237744"/>
          </a:xfrm>
          <a:prstGeom prst="rect">
            <a:avLst/>
          </a:prstGeom>
          <a:noFill/>
          <a:ln/>
        </p:spPr>
        <p:txBody>
          <a:bodyPr wrap="square" rtlCol="0" anchor="ctr"/>
          <a:lstStyle/>
          <a:p>
            <a:pPr>
              <a:lnSpc>
                <a:spcPts val="1560"/>
              </a:lnSpc>
            </a:pPr>
            <a:r>
              <a:rPr lang="en-US" sz="900" dirty="0">
                <a:solidFill>
                  <a:srgbClr val="7F7F7F"/>
                </a:solidFill>
                <a:latin typeface="Arial MT Pro"/>
                <a:ea typeface="Arial MT Pro"/>
                <a:cs typeface="Arial MT Pro"/>
                <a:sym typeface="Arial MT Pro"/>
              </a:rPr>
              <a:t>Samsung Innovation Campus</a:t>
            </a:r>
          </a:p>
        </p:txBody>
      </p:sp>
      <p:sp>
        <p:nvSpPr>
          <p:cNvPr id="14" name="AutoShape 4">
            <a:extLst>
              <a:ext uri="{FF2B5EF4-FFF2-40B4-BE49-F238E27FC236}">
                <a16:creationId xmlns:a16="http://schemas.microsoft.com/office/drawing/2014/main" id="{FB9D89A9-0484-A71B-D6DE-81B9DB949757}"/>
              </a:ext>
            </a:extLst>
          </p:cNvPr>
          <p:cNvSpPr/>
          <p:nvPr/>
        </p:nvSpPr>
        <p:spPr>
          <a:xfrm rot="3727" flipV="1">
            <a:off x="457203" y="6207894"/>
            <a:ext cx="10360146" cy="11912"/>
          </a:xfrm>
          <a:prstGeom prst="line">
            <a:avLst/>
          </a:prstGeom>
          <a:ln w="9525" cap="rnd">
            <a:solidFill>
              <a:srgbClr val="BFBFBF"/>
            </a:solidFill>
            <a:prstDash val="solid"/>
            <a:headEnd type="none" w="sm" len="sm"/>
            <a:tailEnd type="none" w="sm" len="sm"/>
          </a:ln>
        </p:spPr>
        <p:txBody>
          <a:bodyPr/>
          <a:lstStyle/>
          <a:p>
            <a:endParaRPr lang="en-US" dirty="0"/>
          </a:p>
        </p:txBody>
      </p:sp>
    </p:spTree>
  </p:cSld>
  <p:clrMapOvr>
    <a:masterClrMapping/>
  </p:clrMapOvr>
  <mc:AlternateContent xmlns:mc="http://schemas.openxmlformats.org/markup-compatibility/2006">
    <mc:Choice xmlns:p159="http://schemas.microsoft.com/office/powerpoint/2015/09/main" Requires="p159">
      <p:transition xmlns:p14="http://schemas.microsoft.com/office/powerpoint/2010/main" spd="slow" p14:dur="2000">
        <p159:morph option="byObject"/>
      </p:transition>
    </mc:Choice>
    <mc:Fallback>
      <p:transition spd="slow">
        <p:fade/>
      </p:transition>
    </mc:Fallback>
  </mc:AlternateContent>
</p:sld>
</file>

<file path=ppt/slides/slide10.xml><?xml version="1.0" encoding="utf-8"?>
<p:sld xmlns:a="http://schemas.openxmlformats.org/drawingml/2006/main" xmlns:r="http://schemas.openxmlformats.org/officeDocument/2006/relationships" xmlns:p="http://schemas.openxmlformats.org/presentationml/2006/main">
  <p:cSld name="Slide 9">
    <p:bg>
      <p:bgPr>
        <a:solidFill>
          <a:srgbClr val="FFFFFF"/>
        </a:solidFill>
        <a:effectLst/>
      </p:bgPr>
    </p:bg>
    <p:spTree>
      <p:nvGrpSpPr>
        <p:cNvPr id="1" name=""/>
        <p:cNvGrpSpPr/>
        <p:nvPr/>
      </p:nvGrpSpPr>
      <p:grpSpPr>
        <a:xfrm>
          <a:off x="0" y="0"/>
          <a:ext cx="0" cy="0"/>
          <a:chOff x="0" y="0"/>
          <a:chExt cx="0" cy="0"/>
        </a:xfrm>
      </p:grpSpPr>
      <p:grpSp>
        <p:nvGrpSpPr>
          <p:cNvPr id="34" name="Group 2">
            <a:extLst>
              <a:ext uri="{FF2B5EF4-FFF2-40B4-BE49-F238E27FC236}">
                <a16:creationId xmlns:a16="http://schemas.microsoft.com/office/drawing/2014/main" id="{40E879FD-6429-161D-A0A1-27088EF14256}"/>
              </a:ext>
            </a:extLst>
          </p:cNvPr>
          <p:cNvGrpSpPr/>
          <p:nvPr/>
        </p:nvGrpSpPr>
        <p:grpSpPr>
          <a:xfrm>
            <a:off x="0" y="-40991"/>
            <a:ext cx="12192041" cy="1046530"/>
            <a:chOff x="2" y="-343"/>
            <a:chExt cx="13203810" cy="2760725"/>
          </a:xfrm>
        </p:grpSpPr>
        <p:sp>
          <p:nvSpPr>
            <p:cNvPr id="35" name="Freeform 3">
              <a:extLst>
                <a:ext uri="{FF2B5EF4-FFF2-40B4-BE49-F238E27FC236}">
                  <a16:creationId xmlns:a16="http://schemas.microsoft.com/office/drawing/2014/main" id="{9B0AAB12-1892-E855-5A6A-AD0994D7FB83}"/>
                </a:ext>
              </a:extLst>
            </p:cNvPr>
            <p:cNvSpPr/>
            <p:nvPr/>
          </p:nvSpPr>
          <p:spPr>
            <a:xfrm>
              <a:off x="2" y="-343"/>
              <a:ext cx="13203810" cy="2760725"/>
            </a:xfrm>
            <a:custGeom>
              <a:avLst/>
              <a:gdLst/>
              <a:ahLst/>
              <a:cxnLst/>
              <a:rect l="l" t="t" r="r" b="b"/>
              <a:pathLst>
                <a:path w="13203810" h="2760726">
                  <a:moveTo>
                    <a:pt x="0" y="0"/>
                  </a:moveTo>
                  <a:lnTo>
                    <a:pt x="13203810" y="0"/>
                  </a:lnTo>
                  <a:lnTo>
                    <a:pt x="13203810" y="2760726"/>
                  </a:lnTo>
                  <a:lnTo>
                    <a:pt x="0" y="2760726"/>
                  </a:lnTo>
                  <a:close/>
                </a:path>
              </a:pathLst>
            </a:custGeom>
            <a:solidFill>
              <a:srgbClr val="193EB0"/>
            </a:solidFill>
          </p:spPr>
          <p:txBody>
            <a:bodyPr/>
            <a:lstStyle/>
            <a:p>
              <a:endParaRPr lang="en-US" dirty="0"/>
            </a:p>
          </p:txBody>
        </p:sp>
      </p:grpSp>
      <p:sp>
        <p:nvSpPr>
          <p:cNvPr id="4" name="Text 2"/>
          <p:cNvSpPr txBox="1"/>
          <p:nvPr/>
        </p:nvSpPr>
        <p:spPr>
          <a:xfrm>
            <a:off x="3166930" y="337782"/>
            <a:ext cx="7315200" cy="274320"/>
          </a:xfrm>
          <a:prstGeom prst="rect">
            <a:avLst/>
          </a:prstGeom>
          <a:noFill/>
          <a:ln/>
        </p:spPr>
        <p:txBody>
          <a:bodyPr wrap="square" rtlCol="0" anchor="ctr"/>
          <a:lstStyle/>
          <a:p>
            <a:pPr marL="0" indent="0">
              <a:buNone/>
            </a:pPr>
            <a:r>
              <a:rPr lang="en-US" sz="3600" b="1" kern="0" spc="200" dirty="0">
                <a:solidFill>
                  <a:schemeClr val="bg1"/>
                </a:solidFill>
                <a:latin typeface="Arial" pitchFamily="34" charset="0"/>
                <a:ea typeface="Arial" pitchFamily="34" charset="-122"/>
                <a:cs typeface="Arial" pitchFamily="34" charset="-120"/>
              </a:rPr>
              <a:t>DATA PREPARATION</a:t>
            </a:r>
            <a:endParaRPr lang="en-US" sz="3600" dirty="0">
              <a:solidFill>
                <a:schemeClr val="bg1"/>
              </a:solidFill>
            </a:endParaRPr>
          </a:p>
        </p:txBody>
      </p:sp>
      <p:sp>
        <p:nvSpPr>
          <p:cNvPr id="5" name="Text 3"/>
          <p:cNvSpPr txBox="1"/>
          <p:nvPr/>
        </p:nvSpPr>
        <p:spPr>
          <a:xfrm>
            <a:off x="445323" y="1025997"/>
            <a:ext cx="11274552" cy="566928"/>
          </a:xfrm>
          <a:prstGeom prst="rect">
            <a:avLst/>
          </a:prstGeom>
          <a:noFill/>
          <a:ln/>
        </p:spPr>
        <p:txBody>
          <a:bodyPr wrap="square" rtlCol="0" anchor="ctr"/>
          <a:lstStyle/>
          <a:p>
            <a:pPr marL="0" indent="0">
              <a:buNone/>
            </a:pPr>
            <a:r>
              <a:rPr lang="en-US" sz="2700" b="1" dirty="0">
                <a:solidFill>
                  <a:srgbClr val="1C1C1C"/>
                </a:solidFill>
                <a:latin typeface="Arial" pitchFamily="34" charset="0"/>
                <a:ea typeface="Arial" pitchFamily="34" charset="-122"/>
                <a:cs typeface="Arial" pitchFamily="34" charset="-120"/>
              </a:rPr>
              <a:t>Feature Engineering &amp; Preparation</a:t>
            </a:r>
            <a:endParaRPr lang="en-US" sz="2700" dirty="0"/>
          </a:p>
        </p:txBody>
      </p:sp>
      <p:sp>
        <p:nvSpPr>
          <p:cNvPr id="6" name="Shape 4"/>
          <p:cNvSpPr/>
          <p:nvPr/>
        </p:nvSpPr>
        <p:spPr>
          <a:xfrm>
            <a:off x="457200" y="1600200"/>
            <a:ext cx="3270504" cy="2331720"/>
          </a:xfrm>
          <a:prstGeom prst="roundRect">
            <a:avLst>
              <a:gd name="adj" fmla="val 3137"/>
            </a:avLst>
          </a:prstGeom>
          <a:ln/>
        </p:spPr>
        <p:style>
          <a:lnRef idx="2">
            <a:schemeClr val="dk1"/>
          </a:lnRef>
          <a:fillRef idx="1">
            <a:schemeClr val="lt1"/>
          </a:fillRef>
          <a:effectRef idx="0">
            <a:schemeClr val="dk1"/>
          </a:effectRef>
          <a:fontRef idx="minor">
            <a:schemeClr val="dk1"/>
          </a:fontRef>
        </p:style>
        <p:txBody>
          <a:bodyPr/>
          <a:lstStyle/>
          <a:p>
            <a:endParaRPr lang="en-US" sz="2400"/>
          </a:p>
        </p:txBody>
      </p:sp>
      <p:sp>
        <p:nvSpPr>
          <p:cNvPr id="9" name="Text 7"/>
          <p:cNvSpPr txBox="1"/>
          <p:nvPr/>
        </p:nvSpPr>
        <p:spPr>
          <a:xfrm>
            <a:off x="694944" y="1819656"/>
            <a:ext cx="2795016" cy="502920"/>
          </a:xfrm>
          <a:prstGeom prst="rect">
            <a:avLst/>
          </a:prstGeom>
          <a:noFill/>
          <a:ln/>
        </p:spPr>
        <p:txBody>
          <a:bodyPr wrap="square" lIns="0" tIns="0" rIns="0" bIns="0" rtlCol="0" anchor="ctr"/>
          <a:lstStyle/>
          <a:p>
            <a:pPr marL="0" indent="0" algn="ctr">
              <a:lnSpc>
                <a:spcPct val="105000"/>
              </a:lnSpc>
              <a:buNone/>
            </a:pPr>
            <a:r>
              <a:rPr lang="en-US" sz="2000" b="1" dirty="0">
                <a:solidFill>
                  <a:srgbClr val="193EB0"/>
                </a:solidFill>
                <a:latin typeface="Arial" pitchFamily="34" charset="0"/>
                <a:ea typeface="Arial" pitchFamily="34" charset="-122"/>
                <a:cs typeface="Arial" pitchFamily="34" charset="-120"/>
              </a:rPr>
              <a:t>Cyclical Encoding</a:t>
            </a:r>
            <a:endParaRPr lang="en-US" sz="2000" dirty="0">
              <a:solidFill>
                <a:srgbClr val="193EB0"/>
              </a:solidFill>
            </a:endParaRPr>
          </a:p>
        </p:txBody>
      </p:sp>
      <p:sp>
        <p:nvSpPr>
          <p:cNvPr id="10" name="Text 8"/>
          <p:cNvSpPr txBox="1"/>
          <p:nvPr/>
        </p:nvSpPr>
        <p:spPr>
          <a:xfrm>
            <a:off x="694944" y="2468880"/>
            <a:ext cx="2813304" cy="1325880"/>
          </a:xfrm>
          <a:prstGeom prst="rect">
            <a:avLst/>
          </a:prstGeom>
          <a:noFill/>
          <a:ln/>
        </p:spPr>
        <p:txBody>
          <a:bodyPr wrap="square" lIns="0" tIns="0" rIns="0" bIns="0" rtlCol="0" anchor="ctr"/>
          <a:lstStyle/>
          <a:p>
            <a:pPr marL="0" indent="0" algn="ctr">
              <a:lnSpc>
                <a:spcPct val="120000"/>
              </a:lnSpc>
              <a:buNone/>
            </a:pPr>
            <a:r>
              <a:rPr lang="en-US" sz="1400" b="1" dirty="0">
                <a:latin typeface="Arial" pitchFamily="34" charset="0"/>
                <a:ea typeface="Arial" pitchFamily="34" charset="-122"/>
                <a:cs typeface="Arial" pitchFamily="34" charset="-120"/>
              </a:rPr>
              <a:t>hour_sin / hour_cos and month_sin / month_cos preserve wrap-around continuity that a raw integer would break.</a:t>
            </a:r>
            <a:endParaRPr lang="en-US" sz="1400" b="1" dirty="0"/>
          </a:p>
        </p:txBody>
      </p:sp>
      <p:sp>
        <p:nvSpPr>
          <p:cNvPr id="11" name="Shape 9"/>
          <p:cNvSpPr/>
          <p:nvPr/>
        </p:nvSpPr>
        <p:spPr>
          <a:xfrm>
            <a:off x="4002024" y="1600200"/>
            <a:ext cx="3270504" cy="2331720"/>
          </a:xfrm>
          <a:prstGeom prst="roundRect">
            <a:avLst>
              <a:gd name="adj" fmla="val 3137"/>
            </a:avLst>
          </a:prstGeom>
          <a:ln/>
        </p:spPr>
        <p:style>
          <a:lnRef idx="2">
            <a:schemeClr val="dk1"/>
          </a:lnRef>
          <a:fillRef idx="1">
            <a:schemeClr val="lt1"/>
          </a:fillRef>
          <a:effectRef idx="0">
            <a:schemeClr val="dk1"/>
          </a:effectRef>
          <a:fontRef idx="minor">
            <a:schemeClr val="dk1"/>
          </a:fontRef>
        </p:style>
        <p:txBody>
          <a:bodyPr/>
          <a:lstStyle/>
          <a:p>
            <a:endParaRPr lang="en-US" sz="2400"/>
          </a:p>
        </p:txBody>
      </p:sp>
      <p:sp>
        <p:nvSpPr>
          <p:cNvPr id="14" name="Text 12"/>
          <p:cNvSpPr txBox="1"/>
          <p:nvPr/>
        </p:nvSpPr>
        <p:spPr>
          <a:xfrm>
            <a:off x="4239768" y="1819656"/>
            <a:ext cx="2795016" cy="502920"/>
          </a:xfrm>
          <a:prstGeom prst="rect">
            <a:avLst/>
          </a:prstGeom>
          <a:noFill/>
          <a:ln/>
        </p:spPr>
        <p:txBody>
          <a:bodyPr wrap="square" lIns="0" tIns="0" rIns="0" bIns="0" rtlCol="0" anchor="ctr"/>
          <a:lstStyle/>
          <a:p>
            <a:pPr marL="0" indent="0" algn="ctr">
              <a:lnSpc>
                <a:spcPct val="105000"/>
              </a:lnSpc>
              <a:buNone/>
            </a:pPr>
            <a:r>
              <a:rPr lang="en-US" sz="2000" b="1" dirty="0">
                <a:solidFill>
                  <a:srgbClr val="193EB0"/>
                </a:solidFill>
                <a:latin typeface="Arial" pitchFamily="34" charset="0"/>
                <a:ea typeface="Arial" pitchFamily="34" charset="-122"/>
                <a:cs typeface="Arial" pitchFamily="34" charset="-120"/>
              </a:rPr>
              <a:t>Categorical Encoding</a:t>
            </a:r>
            <a:endParaRPr lang="en-US" sz="2000" dirty="0">
              <a:solidFill>
                <a:srgbClr val="193EB0"/>
              </a:solidFill>
            </a:endParaRPr>
          </a:p>
        </p:txBody>
      </p:sp>
      <p:sp>
        <p:nvSpPr>
          <p:cNvPr id="15" name="Text 13"/>
          <p:cNvSpPr txBox="1"/>
          <p:nvPr/>
        </p:nvSpPr>
        <p:spPr>
          <a:xfrm>
            <a:off x="4239768" y="2468880"/>
            <a:ext cx="2813304" cy="1325880"/>
          </a:xfrm>
          <a:prstGeom prst="rect">
            <a:avLst/>
          </a:prstGeom>
          <a:noFill/>
          <a:ln/>
        </p:spPr>
        <p:txBody>
          <a:bodyPr wrap="square" lIns="0" tIns="0" rIns="0" bIns="0" rtlCol="0" anchor="ctr"/>
          <a:lstStyle/>
          <a:p>
            <a:pPr marL="0" indent="0" algn="ctr">
              <a:lnSpc>
                <a:spcPct val="120000"/>
              </a:lnSpc>
              <a:buNone/>
            </a:pPr>
            <a:r>
              <a:rPr lang="en-US" sz="1400" b="1" dirty="0">
                <a:latin typeface="Arial" pitchFamily="34" charset="0"/>
                <a:ea typeface="Arial" pitchFamily="34" charset="-122"/>
                <a:cs typeface="Arial" pitchFamily="34" charset="-120"/>
              </a:rPr>
              <a:t>One-hot encoding for weather_main (11 conditions) and a binary flag for the 12-category holiday field.</a:t>
            </a:r>
            <a:endParaRPr lang="en-US" sz="1400" b="1" dirty="0"/>
          </a:p>
        </p:txBody>
      </p:sp>
      <p:sp>
        <p:nvSpPr>
          <p:cNvPr id="16" name="Shape 14"/>
          <p:cNvSpPr/>
          <p:nvPr/>
        </p:nvSpPr>
        <p:spPr>
          <a:xfrm>
            <a:off x="7546848" y="1600200"/>
            <a:ext cx="3270504" cy="2331720"/>
          </a:xfrm>
          <a:prstGeom prst="roundRect">
            <a:avLst>
              <a:gd name="adj" fmla="val 3137"/>
            </a:avLst>
          </a:prstGeom>
          <a:ln/>
        </p:spPr>
        <p:style>
          <a:lnRef idx="2">
            <a:schemeClr val="dk1"/>
          </a:lnRef>
          <a:fillRef idx="1">
            <a:schemeClr val="lt1"/>
          </a:fillRef>
          <a:effectRef idx="0">
            <a:schemeClr val="dk1"/>
          </a:effectRef>
          <a:fontRef idx="minor">
            <a:schemeClr val="dk1"/>
          </a:fontRef>
        </p:style>
        <p:txBody>
          <a:bodyPr/>
          <a:lstStyle/>
          <a:p>
            <a:endParaRPr lang="en-US" sz="2400"/>
          </a:p>
        </p:txBody>
      </p:sp>
      <p:sp>
        <p:nvSpPr>
          <p:cNvPr id="19" name="Text 17"/>
          <p:cNvSpPr txBox="1"/>
          <p:nvPr/>
        </p:nvSpPr>
        <p:spPr>
          <a:xfrm>
            <a:off x="7784592" y="1819656"/>
            <a:ext cx="2795016" cy="502920"/>
          </a:xfrm>
          <a:prstGeom prst="rect">
            <a:avLst/>
          </a:prstGeom>
          <a:noFill/>
          <a:ln/>
        </p:spPr>
        <p:txBody>
          <a:bodyPr wrap="square" lIns="0" tIns="0" rIns="0" bIns="0" rtlCol="0" anchor="ctr"/>
          <a:lstStyle/>
          <a:p>
            <a:pPr marL="0" indent="0" algn="ctr">
              <a:lnSpc>
                <a:spcPct val="105000"/>
              </a:lnSpc>
              <a:buNone/>
            </a:pPr>
            <a:r>
              <a:rPr lang="en-US" sz="2000" b="1" dirty="0">
                <a:solidFill>
                  <a:srgbClr val="193EB0"/>
                </a:solidFill>
                <a:latin typeface="Arial" pitchFamily="34" charset="0"/>
                <a:ea typeface="Arial" pitchFamily="34" charset="-122"/>
                <a:cs typeface="Arial" pitchFamily="34" charset="-120"/>
              </a:rPr>
              <a:t>Scaling &amp; Splitting</a:t>
            </a:r>
            <a:endParaRPr lang="en-US" sz="2000" dirty="0">
              <a:solidFill>
                <a:srgbClr val="193EB0"/>
              </a:solidFill>
            </a:endParaRPr>
          </a:p>
        </p:txBody>
      </p:sp>
      <p:sp>
        <p:nvSpPr>
          <p:cNvPr id="20" name="Text 18"/>
          <p:cNvSpPr txBox="1"/>
          <p:nvPr/>
        </p:nvSpPr>
        <p:spPr>
          <a:xfrm>
            <a:off x="7784592" y="2468880"/>
            <a:ext cx="2813304" cy="1325880"/>
          </a:xfrm>
          <a:prstGeom prst="rect">
            <a:avLst/>
          </a:prstGeom>
          <a:noFill/>
          <a:ln/>
        </p:spPr>
        <p:txBody>
          <a:bodyPr wrap="square" lIns="0" tIns="0" rIns="0" bIns="0" rtlCol="0" anchor="ctr"/>
          <a:lstStyle/>
          <a:p>
            <a:pPr marL="0" indent="0" algn="ctr">
              <a:lnSpc>
                <a:spcPct val="120000"/>
              </a:lnSpc>
              <a:buNone/>
            </a:pPr>
            <a:r>
              <a:rPr lang="en-US" sz="1400" b="1" dirty="0">
                <a:latin typeface="Arial" pitchFamily="34" charset="0"/>
                <a:ea typeface="Arial" pitchFamily="34" charset="-122"/>
                <a:cs typeface="Arial" pitchFamily="34" charset="-120"/>
              </a:rPr>
              <a:t>Numeric regressors scaled; a strict time-based split keeps 2018 fully held out from training.</a:t>
            </a:r>
            <a:endParaRPr lang="en-US" sz="1400" b="1" dirty="0"/>
          </a:p>
        </p:txBody>
      </p:sp>
      <p:sp>
        <p:nvSpPr>
          <p:cNvPr id="21" name="Text 19"/>
          <p:cNvSpPr txBox="1"/>
          <p:nvPr/>
        </p:nvSpPr>
        <p:spPr>
          <a:xfrm>
            <a:off x="457200" y="4468770"/>
            <a:ext cx="6577584" cy="279899"/>
          </a:xfrm>
          <a:prstGeom prst="rect">
            <a:avLst/>
          </a:prstGeom>
          <a:noFill/>
          <a:ln/>
        </p:spPr>
        <p:txBody>
          <a:bodyPr wrap="square" lIns="0" tIns="0" rIns="0" bIns="0" rtlCol="0" anchor="ctr"/>
          <a:lstStyle/>
          <a:p>
            <a:pPr marL="0" indent="0">
              <a:buNone/>
            </a:pPr>
            <a:r>
              <a:rPr lang="en-US" sz="2000" b="1" kern="0" spc="150" dirty="0">
                <a:solidFill>
                  <a:srgbClr val="193EB0"/>
                </a:solidFill>
                <a:latin typeface="Arial" pitchFamily="34" charset="0"/>
                <a:ea typeface="Arial" pitchFamily="34" charset="-122"/>
                <a:cs typeface="Arial" pitchFamily="34" charset="-120"/>
              </a:rPr>
              <a:t>TIME-BASED SPLIT (ACTUAL ROW COUNTS)</a:t>
            </a:r>
            <a:endParaRPr lang="en-US" sz="2000" dirty="0"/>
          </a:p>
        </p:txBody>
      </p:sp>
      <p:sp>
        <p:nvSpPr>
          <p:cNvPr id="22" name="Shape 20"/>
          <p:cNvSpPr/>
          <p:nvPr/>
        </p:nvSpPr>
        <p:spPr>
          <a:xfrm>
            <a:off x="493776" y="5084064"/>
            <a:ext cx="9422163" cy="502920"/>
          </a:xfrm>
          <a:prstGeom prst="rect">
            <a:avLst/>
          </a:prstGeom>
          <a:solidFill>
            <a:srgbClr val="193EB0"/>
          </a:solidFill>
          <a:ln/>
        </p:spPr>
        <p:txBody>
          <a:bodyPr/>
          <a:lstStyle/>
          <a:p>
            <a:endParaRPr lang="en-US"/>
          </a:p>
        </p:txBody>
      </p:sp>
      <p:sp>
        <p:nvSpPr>
          <p:cNvPr id="23" name="Text 21"/>
          <p:cNvSpPr txBox="1"/>
          <p:nvPr/>
        </p:nvSpPr>
        <p:spPr>
          <a:xfrm>
            <a:off x="630936" y="5129784"/>
            <a:ext cx="9184419" cy="256032"/>
          </a:xfrm>
          <a:prstGeom prst="rect">
            <a:avLst/>
          </a:prstGeom>
          <a:noFill/>
          <a:ln/>
        </p:spPr>
        <p:txBody>
          <a:bodyPr wrap="square" lIns="0" tIns="0" rIns="0" bIns="0" rtlCol="0" anchor="ctr"/>
          <a:lstStyle/>
          <a:p>
            <a:pPr marL="0" indent="0">
              <a:buNone/>
            </a:pPr>
            <a:r>
              <a:rPr lang="en-US" sz="1150" b="1" dirty="0">
                <a:solidFill>
                  <a:srgbClr val="FFFFFF"/>
                </a:solidFill>
                <a:latin typeface="Arial" pitchFamily="34" charset="0"/>
                <a:ea typeface="Arial" pitchFamily="34" charset="-122"/>
                <a:cs typeface="Arial" pitchFamily="34" charset="-120"/>
              </a:rPr>
              <a:t>Train</a:t>
            </a:r>
            <a:endParaRPr lang="en-US" sz="1150" dirty="0"/>
          </a:p>
        </p:txBody>
      </p:sp>
      <p:sp>
        <p:nvSpPr>
          <p:cNvPr id="24" name="Text 22"/>
          <p:cNvSpPr txBox="1"/>
          <p:nvPr/>
        </p:nvSpPr>
        <p:spPr>
          <a:xfrm>
            <a:off x="630936" y="5340096"/>
            <a:ext cx="9184419" cy="228600"/>
          </a:xfrm>
          <a:prstGeom prst="rect">
            <a:avLst/>
          </a:prstGeom>
          <a:noFill/>
          <a:ln/>
        </p:spPr>
        <p:txBody>
          <a:bodyPr wrap="square" lIns="0" tIns="0" rIns="0" bIns="0" rtlCol="0" anchor="ctr"/>
          <a:lstStyle/>
          <a:p>
            <a:pPr marL="0" indent="0">
              <a:buNone/>
            </a:pPr>
            <a:r>
              <a:rPr lang="en-US" sz="950" dirty="0">
                <a:solidFill>
                  <a:srgbClr val="FFFFFF"/>
                </a:solidFill>
                <a:latin typeface="Arial" pitchFamily="34" charset="0"/>
                <a:ea typeface="Arial" pitchFamily="34" charset="-122"/>
                <a:cs typeface="Arial" pitchFamily="34" charset="-120"/>
              </a:rPr>
              <a:t>2012 – 2017 · 34,031 rows</a:t>
            </a:r>
            <a:endParaRPr lang="en-US" sz="950" dirty="0"/>
          </a:p>
        </p:txBody>
      </p:sp>
      <p:sp>
        <p:nvSpPr>
          <p:cNvPr id="25" name="Shape 23"/>
          <p:cNvSpPr/>
          <p:nvPr/>
        </p:nvSpPr>
        <p:spPr>
          <a:xfrm>
            <a:off x="9952515" y="5084064"/>
            <a:ext cx="1779237" cy="502920"/>
          </a:xfrm>
          <a:prstGeom prst="rect">
            <a:avLst/>
          </a:prstGeom>
          <a:solidFill>
            <a:srgbClr val="00B3E3"/>
          </a:solidFill>
          <a:ln/>
        </p:spPr>
        <p:txBody>
          <a:bodyPr/>
          <a:lstStyle/>
          <a:p>
            <a:endParaRPr lang="en-US"/>
          </a:p>
        </p:txBody>
      </p:sp>
      <p:sp>
        <p:nvSpPr>
          <p:cNvPr id="26" name="Text 24"/>
          <p:cNvSpPr txBox="1"/>
          <p:nvPr/>
        </p:nvSpPr>
        <p:spPr>
          <a:xfrm>
            <a:off x="10089675" y="5129784"/>
            <a:ext cx="1541493" cy="256032"/>
          </a:xfrm>
          <a:prstGeom prst="rect">
            <a:avLst/>
          </a:prstGeom>
          <a:noFill/>
          <a:ln/>
        </p:spPr>
        <p:txBody>
          <a:bodyPr wrap="square" lIns="0" tIns="0" rIns="0" bIns="0" rtlCol="0" anchor="ctr"/>
          <a:lstStyle/>
          <a:p>
            <a:pPr marL="0" indent="0">
              <a:buNone/>
            </a:pPr>
            <a:r>
              <a:rPr lang="en-US" sz="1150" b="1" dirty="0">
                <a:solidFill>
                  <a:srgbClr val="FFFFFF"/>
                </a:solidFill>
                <a:latin typeface="Arial" pitchFamily="34" charset="0"/>
                <a:ea typeface="Arial" pitchFamily="34" charset="-122"/>
                <a:cs typeface="Arial" pitchFamily="34" charset="-120"/>
              </a:rPr>
              <a:t>Test</a:t>
            </a:r>
            <a:endParaRPr lang="en-US" sz="1150" dirty="0"/>
          </a:p>
        </p:txBody>
      </p:sp>
      <p:sp>
        <p:nvSpPr>
          <p:cNvPr id="27" name="Text 25"/>
          <p:cNvSpPr txBox="1"/>
          <p:nvPr/>
        </p:nvSpPr>
        <p:spPr>
          <a:xfrm>
            <a:off x="10089675" y="5340096"/>
            <a:ext cx="1541493" cy="228600"/>
          </a:xfrm>
          <a:prstGeom prst="rect">
            <a:avLst/>
          </a:prstGeom>
          <a:noFill/>
          <a:ln/>
        </p:spPr>
        <p:txBody>
          <a:bodyPr wrap="square" lIns="0" tIns="0" rIns="0" bIns="0" rtlCol="0" anchor="ctr"/>
          <a:lstStyle/>
          <a:p>
            <a:pPr marL="0" indent="0">
              <a:buNone/>
            </a:pPr>
            <a:r>
              <a:rPr lang="en-US" sz="950" dirty="0">
                <a:solidFill>
                  <a:srgbClr val="FFFFFF"/>
                </a:solidFill>
                <a:latin typeface="Arial" pitchFamily="34" charset="0"/>
                <a:ea typeface="Arial" pitchFamily="34" charset="-122"/>
                <a:cs typeface="Arial" pitchFamily="34" charset="-120"/>
              </a:rPr>
              <a:t>2018 · 6,533 rows</a:t>
            </a:r>
            <a:endParaRPr lang="en-US" sz="950" dirty="0"/>
          </a:p>
        </p:txBody>
      </p:sp>
      <p:sp>
        <p:nvSpPr>
          <p:cNvPr id="29" name="Text 27"/>
          <p:cNvSpPr txBox="1"/>
          <p:nvPr/>
        </p:nvSpPr>
        <p:spPr>
          <a:xfrm>
            <a:off x="11274552" y="6547104"/>
            <a:ext cx="457200" cy="237744"/>
          </a:xfrm>
          <a:prstGeom prst="rect">
            <a:avLst/>
          </a:prstGeom>
          <a:noFill/>
          <a:ln/>
        </p:spPr>
        <p:txBody>
          <a:bodyPr wrap="square" rtlCol="0" anchor="ctr"/>
          <a:lstStyle/>
          <a:p>
            <a:pPr marL="0" indent="0" algn="r">
              <a:buNone/>
            </a:pPr>
            <a:r>
              <a:rPr lang="en-US" sz="850" dirty="0">
                <a:solidFill>
                  <a:srgbClr val="BFBFBF"/>
                </a:solidFill>
                <a:latin typeface="Arial" pitchFamily="34" charset="0"/>
                <a:ea typeface="Arial" pitchFamily="34" charset="-122"/>
                <a:cs typeface="Arial" pitchFamily="34" charset="-120"/>
              </a:rPr>
              <a:t>9</a:t>
            </a:r>
            <a:endParaRPr lang="en-US" sz="850" dirty="0"/>
          </a:p>
        </p:txBody>
      </p:sp>
      <p:sp>
        <p:nvSpPr>
          <p:cNvPr id="31" name="Text 28">
            <a:extLst>
              <a:ext uri="{FF2B5EF4-FFF2-40B4-BE49-F238E27FC236}">
                <a16:creationId xmlns:a16="http://schemas.microsoft.com/office/drawing/2014/main" id="{E0BA110C-48D4-C7BC-624C-0B4B9BEFCE1A}"/>
              </a:ext>
            </a:extLst>
          </p:cNvPr>
          <p:cNvSpPr txBox="1"/>
          <p:nvPr/>
        </p:nvSpPr>
        <p:spPr>
          <a:xfrm>
            <a:off x="310896" y="6375291"/>
            <a:ext cx="5486400" cy="237744"/>
          </a:xfrm>
          <a:prstGeom prst="rect">
            <a:avLst/>
          </a:prstGeom>
          <a:noFill/>
          <a:ln/>
        </p:spPr>
        <p:txBody>
          <a:bodyPr wrap="square" rtlCol="0" anchor="ctr"/>
          <a:lstStyle/>
          <a:p>
            <a:pPr>
              <a:lnSpc>
                <a:spcPts val="1560"/>
              </a:lnSpc>
            </a:pPr>
            <a:r>
              <a:rPr lang="en-US" sz="900" dirty="0">
                <a:solidFill>
                  <a:srgbClr val="7F7F7F"/>
                </a:solidFill>
                <a:latin typeface="Arial MT Pro"/>
                <a:ea typeface="Arial MT Pro"/>
                <a:cs typeface="Arial MT Pro"/>
                <a:sym typeface="Arial MT Pro"/>
              </a:rPr>
              <a:t>Samsung Innovation Campus</a:t>
            </a:r>
          </a:p>
        </p:txBody>
      </p:sp>
      <p:sp>
        <p:nvSpPr>
          <p:cNvPr id="33" name="AutoShape 4">
            <a:extLst>
              <a:ext uri="{FF2B5EF4-FFF2-40B4-BE49-F238E27FC236}">
                <a16:creationId xmlns:a16="http://schemas.microsoft.com/office/drawing/2014/main" id="{C8170307-4416-F135-F991-AFBB26AB774E}"/>
              </a:ext>
            </a:extLst>
          </p:cNvPr>
          <p:cNvSpPr/>
          <p:nvPr/>
        </p:nvSpPr>
        <p:spPr>
          <a:xfrm rot="3727" flipV="1">
            <a:off x="457203" y="6207894"/>
            <a:ext cx="10360146" cy="11912"/>
          </a:xfrm>
          <a:prstGeom prst="line">
            <a:avLst/>
          </a:prstGeom>
          <a:ln w="9525" cap="rnd">
            <a:solidFill>
              <a:srgbClr val="BFBFBF"/>
            </a:solidFill>
            <a:prstDash val="solid"/>
            <a:headEnd type="none" w="sm" len="sm"/>
            <a:tailEnd type="none" w="sm" len="sm"/>
          </a:ln>
        </p:spPr>
        <p:txBody>
          <a:bodyPr/>
          <a:lstStyle/>
          <a:p>
            <a:endParaRPr lang="en-US" dirty="0"/>
          </a:p>
        </p:txBody>
      </p:sp>
    </p:spTree>
  </p:cSld>
  <p:clrMapOvr>
    <a:masterClrMapping/>
  </p:clrMapOvr>
  <mc:AlternateContent xmlns:mc="http://schemas.openxmlformats.org/markup-compatibility/2006">
    <mc:Choice xmlns:p159="http://schemas.microsoft.com/office/powerpoint/2015/09/main" Requires="p159">
      <p:transition xmlns:p14="http://schemas.microsoft.com/office/powerpoint/2010/main" spd="slow" p14:dur="2000">
        <p159:morph option="byObject"/>
      </p:transition>
    </mc:Choice>
    <mc:Fallback>
      <p:transition spd="slow">
        <p:fade/>
      </p:transition>
    </mc:Fallback>
  </mc:AlternateContent>
</p:sld>
</file>

<file path=ppt/slides/slide11.xml><?xml version="1.0" encoding="utf-8"?>
<p:sld xmlns:a="http://schemas.openxmlformats.org/drawingml/2006/main" xmlns:r="http://schemas.openxmlformats.org/officeDocument/2006/relationships" xmlns:p="http://schemas.openxmlformats.org/presentationml/2006/main">
  <p:cSld name="Slide 10">
    <p:bg>
      <p:bgPr>
        <a:solidFill>
          <a:srgbClr val="FFFFFF"/>
        </a:solidFill>
        <a:effectLst/>
      </p:bgPr>
    </p:bg>
    <p:spTree>
      <p:nvGrpSpPr>
        <p:cNvPr id="1" name=""/>
        <p:cNvGrpSpPr/>
        <p:nvPr/>
      </p:nvGrpSpPr>
      <p:grpSpPr>
        <a:xfrm>
          <a:off x="0" y="0"/>
          <a:ext cx="0" cy="0"/>
          <a:chOff x="0" y="0"/>
          <a:chExt cx="0" cy="0"/>
        </a:xfrm>
      </p:grpSpPr>
      <p:sp>
        <p:nvSpPr>
          <p:cNvPr id="5" name="Text 3"/>
          <p:cNvSpPr txBox="1"/>
          <p:nvPr/>
        </p:nvSpPr>
        <p:spPr>
          <a:xfrm>
            <a:off x="402789" y="1108696"/>
            <a:ext cx="11274552" cy="566928"/>
          </a:xfrm>
          <a:prstGeom prst="rect">
            <a:avLst/>
          </a:prstGeom>
          <a:noFill/>
          <a:ln/>
        </p:spPr>
        <p:txBody>
          <a:bodyPr wrap="square" rtlCol="0" anchor="ctr"/>
          <a:lstStyle/>
          <a:p>
            <a:pPr marL="0" indent="0">
              <a:buNone/>
            </a:pPr>
            <a:r>
              <a:rPr lang="en-US" sz="2700" b="1" dirty="0">
                <a:solidFill>
                  <a:srgbClr val="1C1C1C"/>
                </a:solidFill>
                <a:latin typeface="Arial" pitchFamily="34" charset="0"/>
                <a:ea typeface="Arial" pitchFamily="34" charset="-122"/>
                <a:cs typeface="Arial" pitchFamily="34" charset="-120"/>
              </a:rPr>
              <a:t>Machine Learning Pipeline &amp; Model Selection</a:t>
            </a:r>
            <a:endParaRPr lang="en-US" sz="2700" dirty="0"/>
          </a:p>
        </p:txBody>
      </p:sp>
      <p:sp>
        <p:nvSpPr>
          <p:cNvPr id="6" name="Shape 4"/>
          <p:cNvSpPr/>
          <p:nvPr/>
        </p:nvSpPr>
        <p:spPr>
          <a:xfrm>
            <a:off x="457200" y="1783080"/>
            <a:ext cx="1874520" cy="960120"/>
          </a:xfrm>
          <a:prstGeom prst="roundRect">
            <a:avLst>
              <a:gd name="adj" fmla="val 7619"/>
            </a:avLst>
          </a:prstGeom>
          <a:solidFill>
            <a:srgbClr val="EEF3FC"/>
          </a:solidFill>
          <a:ln w="12700">
            <a:solidFill>
              <a:srgbClr val="D7E3F5"/>
            </a:solidFill>
            <a:prstDash val="solid"/>
          </a:ln>
        </p:spPr>
        <p:txBody>
          <a:bodyPr/>
          <a:lstStyle/>
          <a:p>
            <a:endParaRPr lang="en-US"/>
          </a:p>
        </p:txBody>
      </p:sp>
      <p:sp>
        <p:nvSpPr>
          <p:cNvPr id="7" name="Text 5"/>
          <p:cNvSpPr txBox="1"/>
          <p:nvPr/>
        </p:nvSpPr>
        <p:spPr>
          <a:xfrm>
            <a:off x="457200" y="1783080"/>
            <a:ext cx="1874520" cy="960120"/>
          </a:xfrm>
          <a:prstGeom prst="rect">
            <a:avLst/>
          </a:prstGeom>
          <a:noFill/>
          <a:ln/>
        </p:spPr>
        <p:txBody>
          <a:bodyPr wrap="square" lIns="0" tIns="0" rIns="0" bIns="0" rtlCol="0" anchor="ctr"/>
          <a:lstStyle/>
          <a:p>
            <a:pPr marL="0" indent="0" algn="ctr">
              <a:lnSpc>
                <a:spcPct val="105000"/>
              </a:lnSpc>
              <a:buNone/>
            </a:pPr>
            <a:r>
              <a:rPr lang="en-US" sz="1150" b="1" dirty="0">
                <a:solidFill>
                  <a:srgbClr val="1C1C1C"/>
                </a:solidFill>
                <a:latin typeface="Arial" pitchFamily="34" charset="0"/>
                <a:ea typeface="Arial" pitchFamily="34" charset="-122"/>
                <a:cs typeface="Arial" pitchFamily="34" charset="-120"/>
              </a:rPr>
              <a:t>Cleaned</a:t>
            </a:r>
            <a:endParaRPr lang="en-US" sz="1150" dirty="0"/>
          </a:p>
          <a:p>
            <a:pPr marL="0" indent="0" algn="ctr">
              <a:lnSpc>
                <a:spcPct val="105000"/>
              </a:lnSpc>
              <a:buNone/>
            </a:pPr>
            <a:r>
              <a:rPr lang="en-US" sz="1150" b="1" dirty="0">
                <a:solidFill>
                  <a:srgbClr val="1C1C1C"/>
                </a:solidFill>
                <a:latin typeface="Arial" pitchFamily="34" charset="0"/>
                <a:ea typeface="Arial" pitchFamily="34" charset="-122"/>
                <a:cs typeface="Arial" pitchFamily="34" charset="-120"/>
              </a:rPr>
              <a:t>Data</a:t>
            </a:r>
            <a:endParaRPr lang="en-US" sz="1150" dirty="0"/>
          </a:p>
        </p:txBody>
      </p:sp>
      <p:sp>
        <p:nvSpPr>
          <p:cNvPr id="8" name="Text 6"/>
          <p:cNvSpPr txBox="1"/>
          <p:nvPr/>
        </p:nvSpPr>
        <p:spPr>
          <a:xfrm>
            <a:off x="2331720" y="1783080"/>
            <a:ext cx="246888" cy="960120"/>
          </a:xfrm>
          <a:prstGeom prst="rect">
            <a:avLst/>
          </a:prstGeom>
          <a:noFill/>
          <a:ln/>
        </p:spPr>
        <p:txBody>
          <a:bodyPr wrap="square" lIns="0" tIns="0" rIns="0" bIns="0" rtlCol="0" anchor="ctr"/>
          <a:lstStyle/>
          <a:p>
            <a:pPr marL="0" indent="0" algn="ctr">
              <a:buNone/>
            </a:pPr>
            <a:r>
              <a:rPr lang="en-US" sz="1800" dirty="0">
                <a:solidFill>
                  <a:srgbClr val="7F7F7F"/>
                </a:solidFill>
                <a:latin typeface="Arial" pitchFamily="34" charset="0"/>
                <a:ea typeface="Arial" pitchFamily="34" charset="-122"/>
                <a:cs typeface="Arial" pitchFamily="34" charset="-120"/>
              </a:rPr>
              <a:t>→</a:t>
            </a:r>
            <a:endParaRPr lang="en-US" sz="1800" dirty="0"/>
          </a:p>
        </p:txBody>
      </p:sp>
      <p:sp>
        <p:nvSpPr>
          <p:cNvPr id="9" name="Shape 7"/>
          <p:cNvSpPr/>
          <p:nvPr/>
        </p:nvSpPr>
        <p:spPr>
          <a:xfrm>
            <a:off x="2578608" y="1783080"/>
            <a:ext cx="1874520" cy="960120"/>
          </a:xfrm>
          <a:prstGeom prst="roundRect">
            <a:avLst>
              <a:gd name="adj" fmla="val 7619"/>
            </a:avLst>
          </a:prstGeom>
          <a:solidFill>
            <a:srgbClr val="EEF3FC"/>
          </a:solidFill>
          <a:ln w="12700">
            <a:solidFill>
              <a:srgbClr val="D7E3F5"/>
            </a:solidFill>
            <a:prstDash val="solid"/>
          </a:ln>
        </p:spPr>
        <p:txBody>
          <a:bodyPr/>
          <a:lstStyle/>
          <a:p>
            <a:endParaRPr lang="en-US"/>
          </a:p>
        </p:txBody>
      </p:sp>
      <p:sp>
        <p:nvSpPr>
          <p:cNvPr id="10" name="Text 8"/>
          <p:cNvSpPr txBox="1"/>
          <p:nvPr/>
        </p:nvSpPr>
        <p:spPr>
          <a:xfrm>
            <a:off x="2578608" y="1783080"/>
            <a:ext cx="1874520" cy="960120"/>
          </a:xfrm>
          <a:prstGeom prst="rect">
            <a:avLst/>
          </a:prstGeom>
          <a:noFill/>
          <a:ln/>
        </p:spPr>
        <p:txBody>
          <a:bodyPr wrap="square" lIns="0" tIns="0" rIns="0" bIns="0" rtlCol="0" anchor="ctr"/>
          <a:lstStyle/>
          <a:p>
            <a:pPr marL="0" indent="0" algn="ctr">
              <a:lnSpc>
                <a:spcPct val="105000"/>
              </a:lnSpc>
              <a:buNone/>
            </a:pPr>
            <a:r>
              <a:rPr lang="en-US" sz="1150" b="1" dirty="0">
                <a:solidFill>
                  <a:srgbClr val="1C1C1C"/>
                </a:solidFill>
                <a:latin typeface="Arial" pitchFamily="34" charset="0"/>
                <a:ea typeface="Arial" pitchFamily="34" charset="-122"/>
                <a:cs typeface="Arial" pitchFamily="34" charset="-120"/>
              </a:rPr>
              <a:t>Feature</a:t>
            </a:r>
            <a:endParaRPr lang="en-US" sz="1150" dirty="0"/>
          </a:p>
          <a:p>
            <a:pPr marL="0" indent="0" algn="ctr">
              <a:lnSpc>
                <a:spcPct val="105000"/>
              </a:lnSpc>
              <a:buNone/>
            </a:pPr>
            <a:r>
              <a:rPr lang="en-US" sz="1150" b="1" dirty="0">
                <a:solidFill>
                  <a:srgbClr val="1C1C1C"/>
                </a:solidFill>
                <a:latin typeface="Arial" pitchFamily="34" charset="0"/>
                <a:ea typeface="Arial" pitchFamily="34" charset="-122"/>
                <a:cs typeface="Arial" pitchFamily="34" charset="-120"/>
              </a:rPr>
              <a:t>Engineering</a:t>
            </a:r>
            <a:endParaRPr lang="en-US" sz="1150" dirty="0"/>
          </a:p>
        </p:txBody>
      </p:sp>
      <p:sp>
        <p:nvSpPr>
          <p:cNvPr id="11" name="Text 9"/>
          <p:cNvSpPr txBox="1"/>
          <p:nvPr/>
        </p:nvSpPr>
        <p:spPr>
          <a:xfrm>
            <a:off x="4453128" y="1783080"/>
            <a:ext cx="246888" cy="960120"/>
          </a:xfrm>
          <a:prstGeom prst="rect">
            <a:avLst/>
          </a:prstGeom>
          <a:noFill/>
          <a:ln/>
        </p:spPr>
        <p:txBody>
          <a:bodyPr wrap="square" lIns="0" tIns="0" rIns="0" bIns="0" rtlCol="0" anchor="ctr"/>
          <a:lstStyle/>
          <a:p>
            <a:pPr marL="0" indent="0" algn="ctr">
              <a:buNone/>
            </a:pPr>
            <a:r>
              <a:rPr lang="en-US" sz="1800" dirty="0">
                <a:solidFill>
                  <a:srgbClr val="7F7F7F"/>
                </a:solidFill>
                <a:latin typeface="Arial" pitchFamily="34" charset="0"/>
                <a:ea typeface="Arial" pitchFamily="34" charset="-122"/>
                <a:cs typeface="Arial" pitchFamily="34" charset="-120"/>
              </a:rPr>
              <a:t>→</a:t>
            </a:r>
            <a:endParaRPr lang="en-US" sz="1800" dirty="0"/>
          </a:p>
        </p:txBody>
      </p:sp>
      <p:sp>
        <p:nvSpPr>
          <p:cNvPr id="12" name="Shape 10"/>
          <p:cNvSpPr/>
          <p:nvPr/>
        </p:nvSpPr>
        <p:spPr>
          <a:xfrm>
            <a:off x="4700016" y="1783080"/>
            <a:ext cx="1874520" cy="960120"/>
          </a:xfrm>
          <a:prstGeom prst="roundRect">
            <a:avLst>
              <a:gd name="adj" fmla="val 7619"/>
            </a:avLst>
          </a:prstGeom>
          <a:solidFill>
            <a:srgbClr val="193EB0"/>
          </a:solidFill>
          <a:ln w="12700">
            <a:solidFill>
              <a:srgbClr val="193EB0"/>
            </a:solidFill>
            <a:prstDash val="solid"/>
          </a:ln>
        </p:spPr>
        <p:txBody>
          <a:bodyPr/>
          <a:lstStyle/>
          <a:p>
            <a:endParaRPr lang="en-US"/>
          </a:p>
        </p:txBody>
      </p:sp>
      <p:sp>
        <p:nvSpPr>
          <p:cNvPr id="13" name="Text 11"/>
          <p:cNvSpPr txBox="1"/>
          <p:nvPr/>
        </p:nvSpPr>
        <p:spPr>
          <a:xfrm>
            <a:off x="4700016" y="1783080"/>
            <a:ext cx="1874520" cy="960120"/>
          </a:xfrm>
          <a:prstGeom prst="rect">
            <a:avLst/>
          </a:prstGeom>
          <a:noFill/>
          <a:ln/>
        </p:spPr>
        <p:txBody>
          <a:bodyPr wrap="square" lIns="0" tIns="0" rIns="0" bIns="0" rtlCol="0" anchor="ctr"/>
          <a:lstStyle/>
          <a:p>
            <a:pPr marL="0" indent="0" algn="ctr">
              <a:lnSpc>
                <a:spcPct val="105000"/>
              </a:lnSpc>
              <a:buNone/>
            </a:pPr>
            <a:r>
              <a:rPr lang="en-US" sz="1150" b="1" dirty="0">
                <a:solidFill>
                  <a:srgbClr val="FFFFFF"/>
                </a:solidFill>
                <a:latin typeface="Arial" pitchFamily="34" charset="0"/>
                <a:ea typeface="Arial" pitchFamily="34" charset="-122"/>
                <a:cs typeface="Arial" pitchFamily="34" charset="-120"/>
              </a:rPr>
              <a:t>Candidate</a:t>
            </a:r>
            <a:endParaRPr lang="en-US" sz="1150" dirty="0"/>
          </a:p>
          <a:p>
            <a:pPr marL="0" indent="0" algn="ctr">
              <a:lnSpc>
                <a:spcPct val="105000"/>
              </a:lnSpc>
              <a:buNone/>
            </a:pPr>
            <a:r>
              <a:rPr lang="en-US" sz="1150" b="1" dirty="0">
                <a:solidFill>
                  <a:srgbClr val="FFFFFF"/>
                </a:solidFill>
                <a:latin typeface="Arial" pitchFamily="34" charset="0"/>
                <a:ea typeface="Arial" pitchFamily="34" charset="-122"/>
                <a:cs typeface="Arial" pitchFamily="34" charset="-120"/>
              </a:rPr>
              <a:t>Models</a:t>
            </a:r>
            <a:endParaRPr lang="en-US" sz="1150" dirty="0"/>
          </a:p>
        </p:txBody>
      </p:sp>
      <p:sp>
        <p:nvSpPr>
          <p:cNvPr id="14" name="Text 12"/>
          <p:cNvSpPr txBox="1"/>
          <p:nvPr/>
        </p:nvSpPr>
        <p:spPr>
          <a:xfrm>
            <a:off x="6574536" y="1783080"/>
            <a:ext cx="246888" cy="960120"/>
          </a:xfrm>
          <a:prstGeom prst="rect">
            <a:avLst/>
          </a:prstGeom>
          <a:noFill/>
          <a:ln/>
        </p:spPr>
        <p:txBody>
          <a:bodyPr wrap="square" lIns="0" tIns="0" rIns="0" bIns="0" rtlCol="0" anchor="ctr"/>
          <a:lstStyle/>
          <a:p>
            <a:pPr marL="0" indent="0" algn="ctr">
              <a:buNone/>
            </a:pPr>
            <a:r>
              <a:rPr lang="en-US" sz="1800" dirty="0">
                <a:solidFill>
                  <a:srgbClr val="7F7F7F"/>
                </a:solidFill>
                <a:latin typeface="Arial" pitchFamily="34" charset="0"/>
                <a:ea typeface="Arial" pitchFamily="34" charset="-122"/>
                <a:cs typeface="Arial" pitchFamily="34" charset="-120"/>
              </a:rPr>
              <a:t>→</a:t>
            </a:r>
            <a:endParaRPr lang="en-US" sz="1800" dirty="0"/>
          </a:p>
        </p:txBody>
      </p:sp>
      <p:sp>
        <p:nvSpPr>
          <p:cNvPr id="15" name="Shape 13"/>
          <p:cNvSpPr/>
          <p:nvPr/>
        </p:nvSpPr>
        <p:spPr>
          <a:xfrm>
            <a:off x="6821424" y="1783080"/>
            <a:ext cx="1874520" cy="960120"/>
          </a:xfrm>
          <a:prstGeom prst="roundRect">
            <a:avLst>
              <a:gd name="adj" fmla="val 7619"/>
            </a:avLst>
          </a:prstGeom>
          <a:solidFill>
            <a:srgbClr val="EEF3FC"/>
          </a:solidFill>
          <a:ln w="12700">
            <a:solidFill>
              <a:srgbClr val="D7E3F5"/>
            </a:solidFill>
            <a:prstDash val="solid"/>
          </a:ln>
        </p:spPr>
        <p:txBody>
          <a:bodyPr/>
          <a:lstStyle/>
          <a:p>
            <a:endParaRPr lang="en-US"/>
          </a:p>
        </p:txBody>
      </p:sp>
      <p:sp>
        <p:nvSpPr>
          <p:cNvPr id="16" name="Text 14"/>
          <p:cNvSpPr txBox="1"/>
          <p:nvPr/>
        </p:nvSpPr>
        <p:spPr>
          <a:xfrm>
            <a:off x="6821424" y="1783080"/>
            <a:ext cx="1874520" cy="960120"/>
          </a:xfrm>
          <a:prstGeom prst="rect">
            <a:avLst/>
          </a:prstGeom>
          <a:noFill/>
          <a:ln/>
        </p:spPr>
        <p:txBody>
          <a:bodyPr wrap="square" lIns="0" tIns="0" rIns="0" bIns="0" rtlCol="0" anchor="ctr"/>
          <a:lstStyle/>
          <a:p>
            <a:pPr marL="0" indent="0" algn="ctr">
              <a:lnSpc>
                <a:spcPct val="105000"/>
              </a:lnSpc>
              <a:buNone/>
            </a:pPr>
            <a:r>
              <a:rPr lang="en-US" sz="1150" b="1" dirty="0">
                <a:solidFill>
                  <a:srgbClr val="1C1C1C"/>
                </a:solidFill>
                <a:latin typeface="Arial" pitchFamily="34" charset="0"/>
                <a:ea typeface="Arial" pitchFamily="34" charset="-122"/>
                <a:cs typeface="Arial" pitchFamily="34" charset="-120"/>
              </a:rPr>
              <a:t>Time-Based</a:t>
            </a:r>
            <a:endParaRPr lang="en-US" sz="1150" dirty="0"/>
          </a:p>
          <a:p>
            <a:pPr marL="0" indent="0" algn="ctr">
              <a:lnSpc>
                <a:spcPct val="105000"/>
              </a:lnSpc>
              <a:buNone/>
            </a:pPr>
            <a:r>
              <a:rPr lang="en-US" sz="1150" b="1" dirty="0">
                <a:solidFill>
                  <a:srgbClr val="1C1C1C"/>
                </a:solidFill>
                <a:latin typeface="Arial" pitchFamily="34" charset="0"/>
                <a:ea typeface="Arial" pitchFamily="34" charset="-122"/>
                <a:cs typeface="Arial" pitchFamily="34" charset="-120"/>
              </a:rPr>
              <a:t>Validation</a:t>
            </a:r>
            <a:endParaRPr lang="en-US" sz="1150" dirty="0"/>
          </a:p>
        </p:txBody>
      </p:sp>
      <p:sp>
        <p:nvSpPr>
          <p:cNvPr id="17" name="Text 15"/>
          <p:cNvSpPr txBox="1"/>
          <p:nvPr/>
        </p:nvSpPr>
        <p:spPr>
          <a:xfrm>
            <a:off x="8695944" y="1783080"/>
            <a:ext cx="246888" cy="960120"/>
          </a:xfrm>
          <a:prstGeom prst="rect">
            <a:avLst/>
          </a:prstGeom>
          <a:noFill/>
          <a:ln/>
        </p:spPr>
        <p:txBody>
          <a:bodyPr wrap="square" lIns="0" tIns="0" rIns="0" bIns="0" rtlCol="0" anchor="ctr"/>
          <a:lstStyle/>
          <a:p>
            <a:pPr marL="0" indent="0" algn="ctr">
              <a:buNone/>
            </a:pPr>
            <a:r>
              <a:rPr lang="en-US" sz="1800" dirty="0">
                <a:solidFill>
                  <a:srgbClr val="7F7F7F"/>
                </a:solidFill>
                <a:latin typeface="Arial" pitchFamily="34" charset="0"/>
                <a:ea typeface="Arial" pitchFamily="34" charset="-122"/>
                <a:cs typeface="Arial" pitchFamily="34" charset="-120"/>
              </a:rPr>
              <a:t>→</a:t>
            </a:r>
            <a:endParaRPr lang="en-US" sz="1800" dirty="0"/>
          </a:p>
        </p:txBody>
      </p:sp>
      <p:sp>
        <p:nvSpPr>
          <p:cNvPr id="18" name="Shape 16"/>
          <p:cNvSpPr/>
          <p:nvPr/>
        </p:nvSpPr>
        <p:spPr>
          <a:xfrm>
            <a:off x="8942832" y="1783080"/>
            <a:ext cx="1874520" cy="960120"/>
          </a:xfrm>
          <a:prstGeom prst="roundRect">
            <a:avLst>
              <a:gd name="adj" fmla="val 7619"/>
            </a:avLst>
          </a:prstGeom>
          <a:solidFill>
            <a:srgbClr val="00B3E3"/>
          </a:solidFill>
          <a:ln w="12700">
            <a:solidFill>
              <a:srgbClr val="00B3E3"/>
            </a:solidFill>
            <a:prstDash val="solid"/>
          </a:ln>
        </p:spPr>
        <p:txBody>
          <a:bodyPr/>
          <a:lstStyle/>
          <a:p>
            <a:endParaRPr lang="en-US"/>
          </a:p>
        </p:txBody>
      </p:sp>
      <p:sp>
        <p:nvSpPr>
          <p:cNvPr id="19" name="Text 17"/>
          <p:cNvSpPr txBox="1"/>
          <p:nvPr/>
        </p:nvSpPr>
        <p:spPr>
          <a:xfrm>
            <a:off x="8942832" y="1783080"/>
            <a:ext cx="1874520" cy="960120"/>
          </a:xfrm>
          <a:prstGeom prst="rect">
            <a:avLst/>
          </a:prstGeom>
          <a:noFill/>
          <a:ln/>
        </p:spPr>
        <p:txBody>
          <a:bodyPr wrap="square" lIns="0" tIns="0" rIns="0" bIns="0" rtlCol="0" anchor="ctr"/>
          <a:lstStyle/>
          <a:p>
            <a:pPr marL="0" indent="0" algn="ctr">
              <a:lnSpc>
                <a:spcPct val="105000"/>
              </a:lnSpc>
              <a:buNone/>
            </a:pPr>
            <a:r>
              <a:rPr lang="en-US" sz="1150" b="1" dirty="0">
                <a:solidFill>
                  <a:srgbClr val="FFFFFF"/>
                </a:solidFill>
                <a:latin typeface="Arial" pitchFamily="34" charset="0"/>
                <a:ea typeface="Arial" pitchFamily="34" charset="-122"/>
                <a:cs typeface="Arial" pitchFamily="34" charset="-120"/>
              </a:rPr>
              <a:t>Deployment</a:t>
            </a:r>
            <a:endParaRPr lang="en-US" sz="1150" dirty="0"/>
          </a:p>
        </p:txBody>
      </p:sp>
      <p:sp>
        <p:nvSpPr>
          <p:cNvPr id="20" name="Text 18"/>
          <p:cNvSpPr txBox="1"/>
          <p:nvPr/>
        </p:nvSpPr>
        <p:spPr>
          <a:xfrm>
            <a:off x="457200" y="3072384"/>
            <a:ext cx="5486400" cy="256032"/>
          </a:xfrm>
          <a:prstGeom prst="rect">
            <a:avLst/>
          </a:prstGeom>
          <a:noFill/>
          <a:ln/>
        </p:spPr>
        <p:txBody>
          <a:bodyPr wrap="square" lIns="0" tIns="0" rIns="0" bIns="0" rtlCol="0" anchor="ctr"/>
          <a:lstStyle/>
          <a:p>
            <a:pPr marL="0" indent="0">
              <a:buNone/>
            </a:pPr>
            <a:r>
              <a:rPr lang="en-US" sz="2000" b="1" kern="0" spc="150" dirty="0">
                <a:solidFill>
                  <a:srgbClr val="193EB0"/>
                </a:solidFill>
                <a:latin typeface="Arial" pitchFamily="34" charset="0"/>
                <a:ea typeface="Arial" pitchFamily="34" charset="-122"/>
                <a:cs typeface="Arial" pitchFamily="34" charset="-120"/>
              </a:rPr>
              <a:t>CANDIDATE MODELS</a:t>
            </a:r>
            <a:endParaRPr lang="en-US" sz="2000" dirty="0"/>
          </a:p>
        </p:txBody>
      </p:sp>
      <p:sp>
        <p:nvSpPr>
          <p:cNvPr id="21" name="Shape 19"/>
          <p:cNvSpPr/>
          <p:nvPr/>
        </p:nvSpPr>
        <p:spPr>
          <a:xfrm>
            <a:off x="457200" y="3566160"/>
            <a:ext cx="3270504" cy="1051560"/>
          </a:xfrm>
          <a:prstGeom prst="roundRect">
            <a:avLst>
              <a:gd name="adj" fmla="val 6957"/>
            </a:avLst>
          </a:prstGeom>
          <a:ln/>
        </p:spPr>
        <p:style>
          <a:lnRef idx="2">
            <a:schemeClr val="dk1"/>
          </a:lnRef>
          <a:fillRef idx="1">
            <a:schemeClr val="lt1"/>
          </a:fillRef>
          <a:effectRef idx="0">
            <a:schemeClr val="dk1"/>
          </a:effectRef>
          <a:fontRef idx="minor">
            <a:schemeClr val="dk1"/>
          </a:fontRef>
        </p:style>
        <p:txBody>
          <a:bodyPr/>
          <a:lstStyle/>
          <a:p>
            <a:endParaRPr lang="en-US"/>
          </a:p>
        </p:txBody>
      </p:sp>
      <p:sp>
        <p:nvSpPr>
          <p:cNvPr id="22" name="Text 20"/>
          <p:cNvSpPr txBox="1"/>
          <p:nvPr/>
        </p:nvSpPr>
        <p:spPr>
          <a:xfrm>
            <a:off x="640080" y="3675888"/>
            <a:ext cx="2904744" cy="292608"/>
          </a:xfrm>
          <a:prstGeom prst="rect">
            <a:avLst/>
          </a:prstGeom>
          <a:noFill/>
          <a:ln/>
        </p:spPr>
        <p:txBody>
          <a:bodyPr wrap="square" lIns="0" tIns="0" rIns="0" bIns="0" rtlCol="0" anchor="ctr"/>
          <a:lstStyle/>
          <a:p>
            <a:pPr marL="0" indent="0" algn="ctr">
              <a:buNone/>
            </a:pPr>
            <a:r>
              <a:rPr lang="en-US" b="1" dirty="0">
                <a:solidFill>
                  <a:srgbClr val="193EB0"/>
                </a:solidFill>
                <a:latin typeface="Arial" pitchFamily="34" charset="0"/>
                <a:ea typeface="Arial" pitchFamily="34" charset="-122"/>
                <a:cs typeface="Arial" pitchFamily="34" charset="-120"/>
              </a:rPr>
              <a:t>Linear Baseline</a:t>
            </a:r>
            <a:endParaRPr lang="en-US" dirty="0"/>
          </a:p>
        </p:txBody>
      </p:sp>
      <p:sp>
        <p:nvSpPr>
          <p:cNvPr id="23" name="Text 21"/>
          <p:cNvSpPr txBox="1"/>
          <p:nvPr/>
        </p:nvSpPr>
        <p:spPr>
          <a:xfrm>
            <a:off x="640080" y="4005072"/>
            <a:ext cx="2904744" cy="548640"/>
          </a:xfrm>
          <a:prstGeom prst="rect">
            <a:avLst/>
          </a:prstGeom>
          <a:noFill/>
          <a:ln/>
        </p:spPr>
        <p:txBody>
          <a:bodyPr wrap="square" lIns="0" tIns="0" rIns="0" bIns="0" rtlCol="0" anchor="ctr"/>
          <a:lstStyle/>
          <a:p>
            <a:pPr marL="0" indent="0" algn="ctr">
              <a:lnSpc>
                <a:spcPct val="115000"/>
              </a:lnSpc>
              <a:buNone/>
            </a:pPr>
            <a:r>
              <a:rPr lang="en-US" sz="1600" b="1" dirty="0">
                <a:solidFill>
                  <a:srgbClr val="7F7F7F"/>
                </a:solidFill>
                <a:latin typeface="Arial" pitchFamily="34" charset="0"/>
                <a:ea typeface="Arial" pitchFamily="34" charset="-122"/>
                <a:cs typeface="Arial" pitchFamily="34" charset="-120"/>
              </a:rPr>
              <a:t>Linear Regression</a:t>
            </a:r>
            <a:endParaRPr lang="en-US" sz="1600" b="1" dirty="0"/>
          </a:p>
        </p:txBody>
      </p:sp>
      <p:sp>
        <p:nvSpPr>
          <p:cNvPr id="24" name="Shape 22"/>
          <p:cNvSpPr/>
          <p:nvPr/>
        </p:nvSpPr>
        <p:spPr>
          <a:xfrm>
            <a:off x="4002024" y="3566160"/>
            <a:ext cx="3270504" cy="1051560"/>
          </a:xfrm>
          <a:prstGeom prst="roundRect">
            <a:avLst>
              <a:gd name="adj" fmla="val 6957"/>
            </a:avLst>
          </a:prstGeom>
          <a:ln/>
        </p:spPr>
        <p:style>
          <a:lnRef idx="2">
            <a:schemeClr val="dk1"/>
          </a:lnRef>
          <a:fillRef idx="1">
            <a:schemeClr val="lt1"/>
          </a:fillRef>
          <a:effectRef idx="0">
            <a:schemeClr val="dk1"/>
          </a:effectRef>
          <a:fontRef idx="minor">
            <a:schemeClr val="dk1"/>
          </a:fontRef>
        </p:style>
        <p:txBody>
          <a:bodyPr/>
          <a:lstStyle/>
          <a:p>
            <a:endParaRPr lang="en-US"/>
          </a:p>
        </p:txBody>
      </p:sp>
      <p:sp>
        <p:nvSpPr>
          <p:cNvPr id="25" name="Text 23"/>
          <p:cNvSpPr txBox="1"/>
          <p:nvPr/>
        </p:nvSpPr>
        <p:spPr>
          <a:xfrm>
            <a:off x="4184904" y="3675888"/>
            <a:ext cx="2904744" cy="292608"/>
          </a:xfrm>
          <a:prstGeom prst="rect">
            <a:avLst/>
          </a:prstGeom>
          <a:noFill/>
          <a:ln/>
        </p:spPr>
        <p:txBody>
          <a:bodyPr wrap="square" lIns="0" tIns="0" rIns="0" bIns="0" rtlCol="0" anchor="ctr"/>
          <a:lstStyle/>
          <a:p>
            <a:pPr marL="0" indent="0" algn="ctr">
              <a:buNone/>
            </a:pPr>
            <a:r>
              <a:rPr lang="en-US" b="1" dirty="0">
                <a:solidFill>
                  <a:srgbClr val="193EB0"/>
                </a:solidFill>
                <a:latin typeface="Arial" pitchFamily="34" charset="0"/>
                <a:ea typeface="Arial" pitchFamily="34" charset="-122"/>
                <a:cs typeface="Arial" pitchFamily="34" charset="-120"/>
              </a:rPr>
              <a:t>Tree Ensemble</a:t>
            </a:r>
            <a:endParaRPr lang="en-US" dirty="0"/>
          </a:p>
        </p:txBody>
      </p:sp>
      <p:sp>
        <p:nvSpPr>
          <p:cNvPr id="26" name="Text 24"/>
          <p:cNvSpPr txBox="1"/>
          <p:nvPr/>
        </p:nvSpPr>
        <p:spPr>
          <a:xfrm>
            <a:off x="4184904" y="4005072"/>
            <a:ext cx="2904744" cy="548640"/>
          </a:xfrm>
          <a:prstGeom prst="rect">
            <a:avLst/>
          </a:prstGeom>
          <a:noFill/>
          <a:ln/>
        </p:spPr>
        <p:txBody>
          <a:bodyPr wrap="square" lIns="0" tIns="0" rIns="0" bIns="0" rtlCol="0" anchor="ctr"/>
          <a:lstStyle/>
          <a:p>
            <a:pPr marL="0" indent="0" algn="ctr">
              <a:lnSpc>
                <a:spcPct val="115000"/>
              </a:lnSpc>
              <a:buNone/>
            </a:pPr>
            <a:r>
              <a:rPr lang="en-US" sz="1600" b="1" dirty="0">
                <a:solidFill>
                  <a:srgbClr val="7F7F7F"/>
                </a:solidFill>
                <a:latin typeface="Arial" pitchFamily="34" charset="0"/>
                <a:ea typeface="Arial" pitchFamily="34" charset="-122"/>
                <a:cs typeface="Arial" pitchFamily="34" charset="-120"/>
              </a:rPr>
              <a:t>Random Forest Regressor</a:t>
            </a:r>
            <a:endParaRPr lang="en-US" sz="1600" b="1" dirty="0"/>
          </a:p>
        </p:txBody>
      </p:sp>
      <p:sp>
        <p:nvSpPr>
          <p:cNvPr id="27" name="Shape 25"/>
          <p:cNvSpPr/>
          <p:nvPr/>
        </p:nvSpPr>
        <p:spPr>
          <a:xfrm>
            <a:off x="7546848" y="3566160"/>
            <a:ext cx="3270504" cy="1051560"/>
          </a:xfrm>
          <a:prstGeom prst="roundRect">
            <a:avLst>
              <a:gd name="adj" fmla="val 6957"/>
            </a:avLst>
          </a:prstGeom>
          <a:ln/>
        </p:spPr>
        <p:style>
          <a:lnRef idx="2">
            <a:schemeClr val="dk1"/>
          </a:lnRef>
          <a:fillRef idx="1">
            <a:schemeClr val="lt1"/>
          </a:fillRef>
          <a:effectRef idx="0">
            <a:schemeClr val="dk1"/>
          </a:effectRef>
          <a:fontRef idx="minor">
            <a:schemeClr val="dk1"/>
          </a:fontRef>
        </p:style>
        <p:txBody>
          <a:bodyPr/>
          <a:lstStyle/>
          <a:p>
            <a:endParaRPr lang="en-US"/>
          </a:p>
        </p:txBody>
      </p:sp>
      <p:sp>
        <p:nvSpPr>
          <p:cNvPr id="28" name="Text 26"/>
          <p:cNvSpPr txBox="1"/>
          <p:nvPr/>
        </p:nvSpPr>
        <p:spPr>
          <a:xfrm>
            <a:off x="7729728" y="3675888"/>
            <a:ext cx="2904744" cy="292608"/>
          </a:xfrm>
          <a:prstGeom prst="rect">
            <a:avLst/>
          </a:prstGeom>
          <a:noFill/>
          <a:ln/>
        </p:spPr>
        <p:txBody>
          <a:bodyPr wrap="square" lIns="0" tIns="0" rIns="0" bIns="0" rtlCol="0" anchor="ctr"/>
          <a:lstStyle/>
          <a:p>
            <a:pPr marL="0" indent="0" algn="ctr">
              <a:buNone/>
            </a:pPr>
            <a:r>
              <a:rPr lang="en-US" sz="2000" b="1" dirty="0">
                <a:solidFill>
                  <a:srgbClr val="193EB0"/>
                </a:solidFill>
                <a:latin typeface="Arial" pitchFamily="34" charset="0"/>
                <a:ea typeface="Arial" pitchFamily="34" charset="-122"/>
                <a:cs typeface="Arial" pitchFamily="34" charset="-120"/>
              </a:rPr>
              <a:t>Gradient Boosting</a:t>
            </a:r>
            <a:endParaRPr lang="en-US" sz="2000" dirty="0"/>
          </a:p>
        </p:txBody>
      </p:sp>
      <p:sp>
        <p:nvSpPr>
          <p:cNvPr id="29" name="Text 27"/>
          <p:cNvSpPr txBox="1"/>
          <p:nvPr/>
        </p:nvSpPr>
        <p:spPr>
          <a:xfrm>
            <a:off x="7729728" y="4005072"/>
            <a:ext cx="2904744" cy="548640"/>
          </a:xfrm>
          <a:prstGeom prst="rect">
            <a:avLst/>
          </a:prstGeom>
          <a:noFill/>
          <a:ln/>
        </p:spPr>
        <p:txBody>
          <a:bodyPr wrap="square" lIns="0" tIns="0" rIns="0" bIns="0" rtlCol="0" anchor="ctr"/>
          <a:lstStyle/>
          <a:p>
            <a:pPr marL="0" indent="0" algn="ctr">
              <a:lnSpc>
                <a:spcPct val="115000"/>
              </a:lnSpc>
              <a:buNone/>
            </a:pPr>
            <a:r>
              <a:rPr lang="en-US" sz="1600" b="1" dirty="0">
                <a:solidFill>
                  <a:srgbClr val="7F7F7F"/>
                </a:solidFill>
                <a:latin typeface="Arial" pitchFamily="34" charset="0"/>
                <a:ea typeface="Arial" pitchFamily="34" charset="-122"/>
                <a:cs typeface="Arial" pitchFamily="34" charset="-120"/>
              </a:rPr>
              <a:t>XGBoost and LightGBM</a:t>
            </a:r>
            <a:endParaRPr lang="en-US" sz="1600" b="1" dirty="0"/>
          </a:p>
        </p:txBody>
      </p:sp>
      <p:sp>
        <p:nvSpPr>
          <p:cNvPr id="30" name="Text 28"/>
          <p:cNvSpPr txBox="1"/>
          <p:nvPr/>
        </p:nvSpPr>
        <p:spPr>
          <a:xfrm>
            <a:off x="458724" y="5400864"/>
            <a:ext cx="11274552" cy="365760"/>
          </a:xfrm>
          <a:prstGeom prst="rect">
            <a:avLst/>
          </a:prstGeom>
          <a:noFill/>
          <a:ln/>
        </p:spPr>
        <p:txBody>
          <a:bodyPr wrap="square" lIns="0" tIns="0" rIns="0" bIns="0" rtlCol="0" anchor="ctr"/>
          <a:lstStyle/>
          <a:p>
            <a:pPr marL="0" indent="0">
              <a:buNone/>
            </a:pPr>
            <a:r>
              <a:rPr lang="en-US" b="1" i="1" dirty="0">
                <a:solidFill>
                  <a:srgbClr val="7F7F7F"/>
                </a:solidFill>
                <a:latin typeface="Arial" pitchFamily="34" charset="0"/>
                <a:ea typeface="Arial" pitchFamily="34" charset="-122"/>
                <a:cs typeface="Arial" pitchFamily="34" charset="-120"/>
              </a:rPr>
              <a:t>Validation: strict time-based split (train through 2017, test on all of 2018), scored on MAE and RMSE.</a:t>
            </a:r>
            <a:endParaRPr lang="en-US" b="1" dirty="0"/>
          </a:p>
        </p:txBody>
      </p:sp>
      <p:sp>
        <p:nvSpPr>
          <p:cNvPr id="32" name="Text 30"/>
          <p:cNvSpPr txBox="1"/>
          <p:nvPr/>
        </p:nvSpPr>
        <p:spPr>
          <a:xfrm>
            <a:off x="11274552" y="6547104"/>
            <a:ext cx="457200" cy="237744"/>
          </a:xfrm>
          <a:prstGeom prst="rect">
            <a:avLst/>
          </a:prstGeom>
          <a:noFill/>
          <a:ln/>
        </p:spPr>
        <p:txBody>
          <a:bodyPr wrap="square" rtlCol="0" anchor="ctr"/>
          <a:lstStyle/>
          <a:p>
            <a:pPr marL="0" indent="0" algn="r">
              <a:buNone/>
            </a:pPr>
            <a:r>
              <a:rPr lang="en-US" sz="850" dirty="0">
                <a:solidFill>
                  <a:srgbClr val="BFBFBF"/>
                </a:solidFill>
                <a:latin typeface="Arial" pitchFamily="34" charset="0"/>
                <a:ea typeface="Arial" pitchFamily="34" charset="-122"/>
                <a:cs typeface="Arial" pitchFamily="34" charset="-120"/>
              </a:rPr>
              <a:t>10</a:t>
            </a:r>
            <a:endParaRPr lang="en-US" sz="850" dirty="0"/>
          </a:p>
        </p:txBody>
      </p:sp>
      <p:sp>
        <p:nvSpPr>
          <p:cNvPr id="34" name="Text 28">
            <a:extLst>
              <a:ext uri="{FF2B5EF4-FFF2-40B4-BE49-F238E27FC236}">
                <a16:creationId xmlns:a16="http://schemas.microsoft.com/office/drawing/2014/main" id="{3154C8B1-2415-FFBC-4C46-50287BBD2F4E}"/>
              </a:ext>
            </a:extLst>
          </p:cNvPr>
          <p:cNvSpPr txBox="1"/>
          <p:nvPr/>
        </p:nvSpPr>
        <p:spPr>
          <a:xfrm>
            <a:off x="310896" y="6375291"/>
            <a:ext cx="5486400" cy="237744"/>
          </a:xfrm>
          <a:prstGeom prst="rect">
            <a:avLst/>
          </a:prstGeom>
          <a:noFill/>
          <a:ln/>
        </p:spPr>
        <p:txBody>
          <a:bodyPr wrap="square" rtlCol="0" anchor="ctr"/>
          <a:lstStyle/>
          <a:p>
            <a:pPr>
              <a:lnSpc>
                <a:spcPts val="1560"/>
              </a:lnSpc>
            </a:pPr>
            <a:r>
              <a:rPr lang="en-US" sz="900" dirty="0">
                <a:solidFill>
                  <a:srgbClr val="7F7F7F"/>
                </a:solidFill>
                <a:latin typeface="Arial MT Pro"/>
                <a:ea typeface="Arial MT Pro"/>
                <a:cs typeface="Arial MT Pro"/>
                <a:sym typeface="Arial MT Pro"/>
              </a:rPr>
              <a:t>Samsung Innovation Campus</a:t>
            </a:r>
          </a:p>
        </p:txBody>
      </p:sp>
      <p:sp>
        <p:nvSpPr>
          <p:cNvPr id="36" name="AutoShape 4">
            <a:extLst>
              <a:ext uri="{FF2B5EF4-FFF2-40B4-BE49-F238E27FC236}">
                <a16:creationId xmlns:a16="http://schemas.microsoft.com/office/drawing/2014/main" id="{3DF27FAC-5EAB-7DB9-4D3E-C111740397BE}"/>
              </a:ext>
            </a:extLst>
          </p:cNvPr>
          <p:cNvSpPr/>
          <p:nvPr/>
        </p:nvSpPr>
        <p:spPr>
          <a:xfrm rot="3727" flipV="1">
            <a:off x="457203" y="6207894"/>
            <a:ext cx="10360146" cy="11912"/>
          </a:xfrm>
          <a:prstGeom prst="line">
            <a:avLst/>
          </a:prstGeom>
          <a:ln w="9525" cap="rnd">
            <a:solidFill>
              <a:srgbClr val="BFBFBF"/>
            </a:solidFill>
            <a:prstDash val="solid"/>
            <a:headEnd type="none" w="sm" len="sm"/>
            <a:tailEnd type="none" w="sm" len="sm"/>
          </a:ln>
        </p:spPr>
        <p:txBody>
          <a:bodyPr/>
          <a:lstStyle/>
          <a:p>
            <a:endParaRPr lang="en-US" dirty="0"/>
          </a:p>
        </p:txBody>
      </p:sp>
      <p:grpSp>
        <p:nvGrpSpPr>
          <p:cNvPr id="37" name="Group 2">
            <a:extLst>
              <a:ext uri="{FF2B5EF4-FFF2-40B4-BE49-F238E27FC236}">
                <a16:creationId xmlns:a16="http://schemas.microsoft.com/office/drawing/2014/main" id="{C7D72B2F-A8E6-B43B-946A-CBE0C96DD866}"/>
              </a:ext>
            </a:extLst>
          </p:cNvPr>
          <p:cNvGrpSpPr/>
          <p:nvPr/>
        </p:nvGrpSpPr>
        <p:grpSpPr>
          <a:xfrm>
            <a:off x="-1" y="-1"/>
            <a:ext cx="12192001" cy="1046527"/>
            <a:chOff x="0" y="0"/>
            <a:chExt cx="13203767" cy="2760717"/>
          </a:xfrm>
        </p:grpSpPr>
        <p:sp>
          <p:nvSpPr>
            <p:cNvPr id="38" name="Freeform 3">
              <a:extLst>
                <a:ext uri="{FF2B5EF4-FFF2-40B4-BE49-F238E27FC236}">
                  <a16:creationId xmlns:a16="http://schemas.microsoft.com/office/drawing/2014/main" id="{92D0AB4C-A157-BDC0-F97E-32E6F5AC4EDA}"/>
                </a:ext>
              </a:extLst>
            </p:cNvPr>
            <p:cNvSpPr/>
            <p:nvPr/>
          </p:nvSpPr>
          <p:spPr>
            <a:xfrm>
              <a:off x="0" y="0"/>
              <a:ext cx="13203810" cy="2760726"/>
            </a:xfrm>
            <a:custGeom>
              <a:avLst/>
              <a:gdLst/>
              <a:ahLst/>
              <a:cxnLst/>
              <a:rect l="l" t="t" r="r" b="b"/>
              <a:pathLst>
                <a:path w="13203810" h="2760726">
                  <a:moveTo>
                    <a:pt x="0" y="0"/>
                  </a:moveTo>
                  <a:lnTo>
                    <a:pt x="13203810" y="0"/>
                  </a:lnTo>
                  <a:lnTo>
                    <a:pt x="13203810" y="2760726"/>
                  </a:lnTo>
                  <a:lnTo>
                    <a:pt x="0" y="2760726"/>
                  </a:lnTo>
                  <a:close/>
                </a:path>
              </a:pathLst>
            </a:custGeom>
            <a:solidFill>
              <a:srgbClr val="193EB0"/>
            </a:solidFill>
          </p:spPr>
          <p:txBody>
            <a:bodyPr/>
            <a:lstStyle/>
            <a:p>
              <a:endParaRPr lang="en-US" dirty="0"/>
            </a:p>
          </p:txBody>
        </p:sp>
      </p:grpSp>
      <p:sp>
        <p:nvSpPr>
          <p:cNvPr id="4" name="Text 2"/>
          <p:cNvSpPr txBox="1"/>
          <p:nvPr/>
        </p:nvSpPr>
        <p:spPr>
          <a:xfrm>
            <a:off x="4779847" y="365760"/>
            <a:ext cx="7315200" cy="274320"/>
          </a:xfrm>
          <a:prstGeom prst="rect">
            <a:avLst/>
          </a:prstGeom>
          <a:noFill/>
          <a:ln/>
        </p:spPr>
        <p:txBody>
          <a:bodyPr wrap="square" rtlCol="0" anchor="ctr"/>
          <a:lstStyle/>
          <a:p>
            <a:pPr marL="0" indent="0">
              <a:buNone/>
            </a:pPr>
            <a:r>
              <a:rPr lang="en-US" sz="3600" b="1" kern="0" spc="200" dirty="0">
                <a:solidFill>
                  <a:schemeClr val="bg1"/>
                </a:solidFill>
                <a:latin typeface="Arial" pitchFamily="34" charset="0"/>
                <a:ea typeface="Arial" pitchFamily="34" charset="-122"/>
                <a:cs typeface="Arial" pitchFamily="34" charset="-120"/>
              </a:rPr>
              <a:t>MODELING</a:t>
            </a:r>
            <a:endParaRPr lang="en-US" sz="3600" dirty="0">
              <a:solidFill>
                <a:schemeClr val="bg1"/>
              </a:solidFill>
            </a:endParaRPr>
          </a:p>
        </p:txBody>
      </p:sp>
    </p:spTree>
  </p:cSld>
  <p:clrMapOvr>
    <a:masterClrMapping/>
  </p:clrMapOvr>
  <mc:AlternateContent xmlns:mc="http://schemas.openxmlformats.org/markup-compatibility/2006">
    <mc:Choice xmlns:p159="http://schemas.microsoft.com/office/powerpoint/2015/09/main" Requires="p159">
      <p:transition xmlns:p14="http://schemas.microsoft.com/office/powerpoint/2010/main" spd="slow" p14:dur="2000">
        <p159:morph option="byObject"/>
      </p:transition>
    </mc:Choice>
    <mc:Fallback>
      <p:transition spd="slow">
        <p:fade/>
      </p:transition>
    </mc:Fallback>
  </mc:AlternateContent>
</p:sld>
</file>

<file path=ppt/slides/slide12.xml><?xml version="1.0" encoding="utf-8"?>
<p:sld xmlns:a="http://schemas.openxmlformats.org/drawingml/2006/main" xmlns:r="http://schemas.openxmlformats.org/officeDocument/2006/relationships" xmlns:p="http://schemas.openxmlformats.org/presentationml/2006/main">
  <p:cSld name="Slide 11">
    <p:bg>
      <p:bgPr>
        <a:solidFill>
          <a:srgbClr val="FFFFFF"/>
        </a:solidFill>
        <a:effectLst/>
      </p:bgPr>
    </p:bg>
    <p:spTree>
      <p:nvGrpSpPr>
        <p:cNvPr id="1" name=""/>
        <p:cNvGrpSpPr/>
        <p:nvPr/>
      </p:nvGrpSpPr>
      <p:grpSpPr>
        <a:xfrm>
          <a:off x="0" y="0"/>
          <a:ext cx="0" cy="0"/>
          <a:chOff x="0" y="0"/>
          <a:chExt cx="0" cy="0"/>
        </a:xfrm>
      </p:grpSpPr>
      <p:sp>
        <p:nvSpPr>
          <p:cNvPr id="5" name="Text 3"/>
          <p:cNvSpPr txBox="1"/>
          <p:nvPr/>
        </p:nvSpPr>
        <p:spPr>
          <a:xfrm>
            <a:off x="310896" y="993219"/>
            <a:ext cx="11274552" cy="566928"/>
          </a:xfrm>
          <a:prstGeom prst="rect">
            <a:avLst/>
          </a:prstGeom>
          <a:noFill/>
          <a:ln/>
        </p:spPr>
        <p:txBody>
          <a:bodyPr wrap="square" rtlCol="0" anchor="ctr"/>
          <a:lstStyle/>
          <a:p>
            <a:pPr marL="0" indent="0">
              <a:buNone/>
            </a:pPr>
            <a:r>
              <a:rPr lang="en-US" sz="2700" b="1" dirty="0">
                <a:solidFill>
                  <a:srgbClr val="1C1C1C"/>
                </a:solidFill>
                <a:latin typeface="Arial" pitchFamily="34" charset="0"/>
                <a:ea typeface="Arial" pitchFamily="34" charset="-122"/>
                <a:cs typeface="Arial" pitchFamily="34" charset="-120"/>
              </a:rPr>
              <a:t>Experimental Results &amp; Model Benchmarking</a:t>
            </a:r>
            <a:endParaRPr lang="en-US" sz="2700" dirty="0"/>
          </a:p>
        </p:txBody>
      </p:sp>
      <p:graphicFrame>
        <p:nvGraphicFramePr>
          <p:cNvPr id="12" name="Table 0"/>
          <p:cNvGraphicFramePr>
            <a:graphicFrameLocks noGrp="1"/>
          </p:cNvGraphicFramePr>
          <p:nvPr>
            <p:extLst>
              <p:ext uri="{D42A27DB-BD31-4B8C-83A1-F6EECF244321}">
                <p14:modId xmlns:p14="http://schemas.microsoft.com/office/powerpoint/2010/main" val="1078135274"/>
              </p:ext>
            </p:extLst>
          </p:nvPr>
        </p:nvGraphicFramePr>
        <p:xfrm>
          <a:off x="457200" y="1600200"/>
          <a:ext cx="7452360" cy="2057400"/>
        </p:xfrm>
        <a:graphic>
          <a:graphicData uri="http://schemas.openxmlformats.org/drawingml/2006/table">
            <a:tbl>
              <a:tblPr/>
              <a:tblGrid>
                <a:gridCol w="1965960">
                  <a:extLst>
                    <a:ext uri="{9D8B030D-6E8A-4147-A177-3AD203B41FA5}">
                      <a16:colId xmlns:a16="http://schemas.microsoft.com/office/drawing/2014/main" val="20000"/>
                    </a:ext>
                  </a:extLst>
                </a:gridCol>
                <a:gridCol w="868680">
                  <a:extLst>
                    <a:ext uri="{9D8B030D-6E8A-4147-A177-3AD203B41FA5}">
                      <a16:colId xmlns:a16="http://schemas.microsoft.com/office/drawing/2014/main" val="20001"/>
                    </a:ext>
                  </a:extLst>
                </a:gridCol>
                <a:gridCol w="1417320">
                  <a:extLst>
                    <a:ext uri="{9D8B030D-6E8A-4147-A177-3AD203B41FA5}">
                      <a16:colId xmlns:a16="http://schemas.microsoft.com/office/drawing/2014/main" val="20002"/>
                    </a:ext>
                  </a:extLst>
                </a:gridCol>
                <a:gridCol w="1508760">
                  <a:extLst>
                    <a:ext uri="{9D8B030D-6E8A-4147-A177-3AD203B41FA5}">
                      <a16:colId xmlns:a16="http://schemas.microsoft.com/office/drawing/2014/main" val="20003"/>
                    </a:ext>
                  </a:extLst>
                </a:gridCol>
                <a:gridCol w="1691640">
                  <a:extLst>
                    <a:ext uri="{9D8B030D-6E8A-4147-A177-3AD203B41FA5}">
                      <a16:colId xmlns:a16="http://schemas.microsoft.com/office/drawing/2014/main" val="20004"/>
                    </a:ext>
                  </a:extLst>
                </a:gridCol>
              </a:tblGrid>
              <a:tr h="411480">
                <a:tc>
                  <a:txBody>
                    <a:bodyPr/>
                    <a:lstStyle/>
                    <a:p>
                      <a:pPr marL="0" indent="0" algn="l">
                        <a:buNone/>
                      </a:pPr>
                      <a:r>
                        <a:rPr lang="en-US" sz="1050" b="1" dirty="0">
                          <a:solidFill>
                            <a:srgbClr val="FFFFFF"/>
                          </a:solidFill>
                          <a:latin typeface="Arial" pitchFamily="34" charset="0"/>
                          <a:ea typeface="Arial" pitchFamily="34" charset="-122"/>
                          <a:cs typeface="Arial" pitchFamily="34" charset="-120"/>
                        </a:rPr>
                        <a:t>Model</a:t>
                      </a:r>
                      <a:endParaRPr lang="en-US" sz="1050" dirty="0">
                        <a:latin typeface="Arial" charset="0"/>
                        <a:ea typeface="Arial" charset="0"/>
                        <a:cs typeface="Arial" charset="0"/>
                      </a:endParaRPr>
                    </a:p>
                  </a:txBody>
                  <a:tcPr anchor="ctr">
                    <a:lnL w="9525" cap="flat" cmpd="sng" algn="ctr">
                      <a:solidFill>
                        <a:srgbClr val="E3EAF6"/>
                      </a:solidFill>
                      <a:prstDash val="solid"/>
                      <a:round/>
                      <a:headEnd type="none" w="med" len="med"/>
                      <a:tailEnd type="none" w="med" len="med"/>
                    </a:lnL>
                    <a:lnR w="9525" cap="flat" cmpd="sng" algn="ctr">
                      <a:solidFill>
                        <a:srgbClr val="E3EAF6"/>
                      </a:solidFill>
                      <a:prstDash val="solid"/>
                      <a:round/>
                      <a:headEnd type="none" w="med" len="med"/>
                      <a:tailEnd type="none" w="med" len="med"/>
                    </a:lnR>
                    <a:lnT w="9525" cap="flat" cmpd="sng" algn="ctr">
                      <a:solidFill>
                        <a:srgbClr val="E3EAF6"/>
                      </a:solidFill>
                      <a:prstDash val="solid"/>
                      <a:round/>
                      <a:headEnd type="none" w="med" len="med"/>
                      <a:tailEnd type="none" w="med" len="med"/>
                    </a:lnT>
                    <a:lnB w="9525" cap="flat" cmpd="sng" algn="ctr">
                      <a:solidFill>
                        <a:srgbClr val="E3EAF6"/>
                      </a:solidFill>
                      <a:prstDash val="solid"/>
                      <a:round/>
                      <a:headEnd type="none" w="med" len="med"/>
                      <a:tailEnd type="none" w="med" len="med"/>
                    </a:lnB>
                    <a:solidFill>
                      <a:srgbClr val="193EB0"/>
                    </a:solidFill>
                  </a:tcPr>
                </a:tc>
                <a:tc>
                  <a:txBody>
                    <a:bodyPr/>
                    <a:lstStyle/>
                    <a:p>
                      <a:pPr marL="0" indent="0" algn="ctr">
                        <a:buNone/>
                      </a:pPr>
                      <a:r>
                        <a:rPr lang="en-US" sz="1050" b="1" dirty="0">
                          <a:solidFill>
                            <a:srgbClr val="FFFFFF"/>
                          </a:solidFill>
                          <a:latin typeface="Arial" pitchFamily="34" charset="0"/>
                          <a:ea typeface="Arial" pitchFamily="34" charset="-122"/>
                          <a:cs typeface="Arial" pitchFamily="34" charset="-120"/>
                        </a:rPr>
                        <a:t>R²</a:t>
                      </a:r>
                      <a:endParaRPr lang="en-US" sz="1050" dirty="0">
                        <a:latin typeface="Arial" charset="0"/>
                        <a:ea typeface="Arial" charset="0"/>
                        <a:cs typeface="Arial" charset="0"/>
                      </a:endParaRPr>
                    </a:p>
                  </a:txBody>
                  <a:tcPr anchor="ctr">
                    <a:lnL w="9525" cap="flat" cmpd="sng" algn="ctr">
                      <a:solidFill>
                        <a:srgbClr val="E3EAF6"/>
                      </a:solidFill>
                      <a:prstDash val="solid"/>
                      <a:round/>
                      <a:headEnd type="none" w="med" len="med"/>
                      <a:tailEnd type="none" w="med" len="med"/>
                    </a:lnL>
                    <a:lnR w="9525" cap="flat" cmpd="sng" algn="ctr">
                      <a:solidFill>
                        <a:srgbClr val="E3EAF6"/>
                      </a:solidFill>
                      <a:prstDash val="solid"/>
                      <a:round/>
                      <a:headEnd type="none" w="med" len="med"/>
                      <a:tailEnd type="none" w="med" len="med"/>
                    </a:lnR>
                    <a:lnT w="9525" cap="flat" cmpd="sng" algn="ctr">
                      <a:solidFill>
                        <a:srgbClr val="E3EAF6"/>
                      </a:solidFill>
                      <a:prstDash val="solid"/>
                      <a:round/>
                      <a:headEnd type="none" w="med" len="med"/>
                      <a:tailEnd type="none" w="med" len="med"/>
                    </a:lnT>
                    <a:lnB w="9525" cap="flat" cmpd="sng" algn="ctr">
                      <a:solidFill>
                        <a:srgbClr val="E3EAF6"/>
                      </a:solidFill>
                      <a:prstDash val="solid"/>
                      <a:round/>
                      <a:headEnd type="none" w="med" len="med"/>
                      <a:tailEnd type="none" w="med" len="med"/>
                    </a:lnB>
                    <a:solidFill>
                      <a:srgbClr val="193EB0"/>
                    </a:solidFill>
                  </a:tcPr>
                </a:tc>
                <a:tc>
                  <a:txBody>
                    <a:bodyPr/>
                    <a:lstStyle/>
                    <a:p>
                      <a:pPr marL="0" indent="0" algn="ctr">
                        <a:buNone/>
                      </a:pPr>
                      <a:r>
                        <a:rPr lang="en-US" sz="1050" b="1" dirty="0">
                          <a:solidFill>
                            <a:srgbClr val="FFFFFF"/>
                          </a:solidFill>
                          <a:latin typeface="Arial" pitchFamily="34" charset="0"/>
                          <a:ea typeface="Arial" pitchFamily="34" charset="-122"/>
                          <a:cs typeface="Arial" pitchFamily="34" charset="-120"/>
                        </a:rPr>
                        <a:t>MAE (veh/hr)</a:t>
                      </a:r>
                      <a:endParaRPr lang="en-US" sz="1050" dirty="0">
                        <a:latin typeface="Arial" charset="0"/>
                        <a:ea typeface="Arial" charset="0"/>
                        <a:cs typeface="Arial" charset="0"/>
                      </a:endParaRPr>
                    </a:p>
                  </a:txBody>
                  <a:tcPr anchor="ctr">
                    <a:lnL w="9525" cap="flat" cmpd="sng" algn="ctr">
                      <a:solidFill>
                        <a:srgbClr val="E3EAF6"/>
                      </a:solidFill>
                      <a:prstDash val="solid"/>
                      <a:round/>
                      <a:headEnd type="none" w="med" len="med"/>
                      <a:tailEnd type="none" w="med" len="med"/>
                    </a:lnL>
                    <a:lnR w="9525" cap="flat" cmpd="sng" algn="ctr">
                      <a:solidFill>
                        <a:srgbClr val="E3EAF6"/>
                      </a:solidFill>
                      <a:prstDash val="solid"/>
                      <a:round/>
                      <a:headEnd type="none" w="med" len="med"/>
                      <a:tailEnd type="none" w="med" len="med"/>
                    </a:lnR>
                    <a:lnT w="9525" cap="flat" cmpd="sng" algn="ctr">
                      <a:solidFill>
                        <a:srgbClr val="E3EAF6"/>
                      </a:solidFill>
                      <a:prstDash val="solid"/>
                      <a:round/>
                      <a:headEnd type="none" w="med" len="med"/>
                      <a:tailEnd type="none" w="med" len="med"/>
                    </a:lnT>
                    <a:lnB w="9525" cap="flat" cmpd="sng" algn="ctr">
                      <a:solidFill>
                        <a:srgbClr val="E3EAF6"/>
                      </a:solidFill>
                      <a:prstDash val="solid"/>
                      <a:round/>
                      <a:headEnd type="none" w="med" len="med"/>
                      <a:tailEnd type="none" w="med" len="med"/>
                    </a:lnB>
                    <a:solidFill>
                      <a:srgbClr val="193EB0"/>
                    </a:solidFill>
                  </a:tcPr>
                </a:tc>
                <a:tc>
                  <a:txBody>
                    <a:bodyPr/>
                    <a:lstStyle/>
                    <a:p>
                      <a:pPr marL="0" indent="0" algn="ctr">
                        <a:buNone/>
                      </a:pPr>
                      <a:r>
                        <a:rPr lang="en-US" sz="1050" b="1" dirty="0">
                          <a:solidFill>
                            <a:srgbClr val="FFFFFF"/>
                          </a:solidFill>
                          <a:latin typeface="Arial" pitchFamily="34" charset="0"/>
                          <a:ea typeface="Arial" pitchFamily="34" charset="-122"/>
                          <a:cs typeface="Arial" pitchFamily="34" charset="-120"/>
                        </a:rPr>
                        <a:t>RMSE (veh/hr)</a:t>
                      </a:r>
                      <a:endParaRPr lang="en-US" sz="1050" dirty="0">
                        <a:latin typeface="Arial" charset="0"/>
                        <a:ea typeface="Arial" charset="0"/>
                        <a:cs typeface="Arial" charset="0"/>
                      </a:endParaRPr>
                    </a:p>
                  </a:txBody>
                  <a:tcPr anchor="ctr">
                    <a:lnL w="9525" cap="flat" cmpd="sng" algn="ctr">
                      <a:solidFill>
                        <a:srgbClr val="E3EAF6"/>
                      </a:solidFill>
                      <a:prstDash val="solid"/>
                      <a:round/>
                      <a:headEnd type="none" w="med" len="med"/>
                      <a:tailEnd type="none" w="med" len="med"/>
                    </a:lnL>
                    <a:lnR w="9525" cap="flat" cmpd="sng" algn="ctr">
                      <a:solidFill>
                        <a:srgbClr val="E3EAF6"/>
                      </a:solidFill>
                      <a:prstDash val="solid"/>
                      <a:round/>
                      <a:headEnd type="none" w="med" len="med"/>
                      <a:tailEnd type="none" w="med" len="med"/>
                    </a:lnR>
                    <a:lnT w="9525" cap="flat" cmpd="sng" algn="ctr">
                      <a:solidFill>
                        <a:srgbClr val="E3EAF6"/>
                      </a:solidFill>
                      <a:prstDash val="solid"/>
                      <a:round/>
                      <a:headEnd type="none" w="med" len="med"/>
                      <a:tailEnd type="none" w="med" len="med"/>
                    </a:lnT>
                    <a:lnB w="9525" cap="flat" cmpd="sng" algn="ctr">
                      <a:solidFill>
                        <a:srgbClr val="E3EAF6"/>
                      </a:solidFill>
                      <a:prstDash val="solid"/>
                      <a:round/>
                      <a:headEnd type="none" w="med" len="med"/>
                      <a:tailEnd type="none" w="med" len="med"/>
                    </a:lnB>
                    <a:solidFill>
                      <a:srgbClr val="193EB0"/>
                    </a:solidFill>
                  </a:tcPr>
                </a:tc>
                <a:tc>
                  <a:txBody>
                    <a:bodyPr/>
                    <a:lstStyle/>
                    <a:p>
                      <a:pPr marL="0" indent="0" algn="l">
                        <a:buNone/>
                      </a:pPr>
                      <a:r>
                        <a:rPr lang="en-US" sz="1050" b="1" dirty="0">
                          <a:solidFill>
                            <a:srgbClr val="FFFFFF"/>
                          </a:solidFill>
                          <a:latin typeface="Arial" pitchFamily="34" charset="0"/>
                          <a:ea typeface="Arial" pitchFamily="34" charset="-122"/>
                          <a:cs typeface="Arial" pitchFamily="34" charset="-120"/>
                        </a:rPr>
                        <a:t>Notes</a:t>
                      </a:r>
                      <a:endParaRPr lang="en-US" sz="1050" dirty="0">
                        <a:latin typeface="Arial" charset="0"/>
                        <a:ea typeface="Arial" charset="0"/>
                        <a:cs typeface="Arial" charset="0"/>
                      </a:endParaRPr>
                    </a:p>
                  </a:txBody>
                  <a:tcPr anchor="ctr">
                    <a:lnL w="9525" cap="flat" cmpd="sng" algn="ctr">
                      <a:solidFill>
                        <a:srgbClr val="E3EAF6"/>
                      </a:solidFill>
                      <a:prstDash val="solid"/>
                      <a:round/>
                      <a:headEnd type="none" w="med" len="med"/>
                      <a:tailEnd type="none" w="med" len="med"/>
                    </a:lnL>
                    <a:lnR w="9525" cap="flat" cmpd="sng" algn="ctr">
                      <a:solidFill>
                        <a:srgbClr val="E3EAF6"/>
                      </a:solidFill>
                      <a:prstDash val="solid"/>
                      <a:round/>
                      <a:headEnd type="none" w="med" len="med"/>
                      <a:tailEnd type="none" w="med" len="med"/>
                    </a:lnR>
                    <a:lnT w="9525" cap="flat" cmpd="sng" algn="ctr">
                      <a:solidFill>
                        <a:srgbClr val="E3EAF6"/>
                      </a:solidFill>
                      <a:prstDash val="solid"/>
                      <a:round/>
                      <a:headEnd type="none" w="med" len="med"/>
                      <a:tailEnd type="none" w="med" len="med"/>
                    </a:lnT>
                    <a:lnB w="9525" cap="flat" cmpd="sng" algn="ctr">
                      <a:solidFill>
                        <a:srgbClr val="E3EAF6"/>
                      </a:solidFill>
                      <a:prstDash val="solid"/>
                      <a:round/>
                      <a:headEnd type="none" w="med" len="med"/>
                      <a:tailEnd type="none" w="med" len="med"/>
                    </a:lnB>
                    <a:solidFill>
                      <a:srgbClr val="193EB0"/>
                    </a:solidFill>
                  </a:tcPr>
                </a:tc>
                <a:extLst>
                  <a:ext uri="{0D108BD9-81ED-4DB2-BD59-A6C34878D82A}">
                    <a16:rowId xmlns:a16="http://schemas.microsoft.com/office/drawing/2014/main" val="10000"/>
                  </a:ext>
                </a:extLst>
              </a:tr>
              <a:tr h="411480">
                <a:tc>
                  <a:txBody>
                    <a:bodyPr/>
                    <a:lstStyle/>
                    <a:p>
                      <a:pPr marL="0" indent="0" algn="l">
                        <a:buNone/>
                      </a:pPr>
                      <a:r>
                        <a:rPr lang="en-US" sz="1050" b="1" dirty="0">
                          <a:solidFill>
                            <a:srgbClr val="1C1C1C"/>
                          </a:solidFill>
                          <a:latin typeface="Arial" pitchFamily="34" charset="0"/>
                          <a:ea typeface="Arial" pitchFamily="34" charset="-122"/>
                          <a:cs typeface="Arial" pitchFamily="34" charset="-120"/>
                        </a:rPr>
                        <a:t>Linear Regression</a:t>
                      </a:r>
                      <a:endParaRPr lang="en-US" sz="1050" dirty="0">
                        <a:latin typeface="Arial" charset="0"/>
                        <a:ea typeface="Arial" charset="0"/>
                        <a:cs typeface="Arial" charset="0"/>
                      </a:endParaRPr>
                    </a:p>
                  </a:txBody>
                  <a:tcPr anchor="ctr">
                    <a:lnL w="9525" cap="flat" cmpd="sng" algn="ctr">
                      <a:solidFill>
                        <a:srgbClr val="E3EAF6"/>
                      </a:solidFill>
                      <a:prstDash val="solid"/>
                      <a:round/>
                      <a:headEnd type="none" w="med" len="med"/>
                      <a:tailEnd type="none" w="med" len="med"/>
                    </a:lnL>
                    <a:lnR w="9525" cap="flat" cmpd="sng" algn="ctr">
                      <a:solidFill>
                        <a:srgbClr val="E3EAF6"/>
                      </a:solidFill>
                      <a:prstDash val="solid"/>
                      <a:round/>
                      <a:headEnd type="none" w="med" len="med"/>
                      <a:tailEnd type="none" w="med" len="med"/>
                    </a:lnR>
                    <a:lnT w="9525" cap="flat" cmpd="sng" algn="ctr">
                      <a:solidFill>
                        <a:srgbClr val="E3EAF6"/>
                      </a:solidFill>
                      <a:prstDash val="solid"/>
                      <a:round/>
                      <a:headEnd type="none" w="med" len="med"/>
                      <a:tailEnd type="none" w="med" len="med"/>
                    </a:lnT>
                    <a:lnB w="9525" cap="flat" cmpd="sng" algn="ctr">
                      <a:solidFill>
                        <a:srgbClr val="E3EAF6"/>
                      </a:solidFill>
                      <a:prstDash val="solid"/>
                      <a:round/>
                      <a:headEnd type="none" w="med" len="med"/>
                      <a:tailEnd type="none" w="med" len="med"/>
                    </a:lnB>
                    <a:solidFill>
                      <a:srgbClr val="FFFFFF"/>
                    </a:solidFill>
                  </a:tcPr>
                </a:tc>
                <a:tc>
                  <a:txBody>
                    <a:bodyPr/>
                    <a:lstStyle/>
                    <a:p>
                      <a:pPr marL="0" indent="0" algn="ctr">
                        <a:buNone/>
                      </a:pPr>
                      <a:r>
                        <a:rPr lang="en-US" sz="1050" dirty="0">
                          <a:solidFill>
                            <a:srgbClr val="1C1C1C"/>
                          </a:solidFill>
                          <a:latin typeface="Arial" pitchFamily="34" charset="0"/>
                          <a:ea typeface="Arial" pitchFamily="34" charset="-122"/>
                          <a:cs typeface="Arial" pitchFamily="34" charset="-120"/>
                        </a:rPr>
                        <a:t>0.9100</a:t>
                      </a:r>
                      <a:endParaRPr lang="en-US" sz="1050" dirty="0">
                        <a:latin typeface="Arial" charset="0"/>
                        <a:ea typeface="Arial" charset="0"/>
                        <a:cs typeface="Arial" charset="0"/>
                      </a:endParaRPr>
                    </a:p>
                  </a:txBody>
                  <a:tcPr anchor="ctr">
                    <a:lnL w="9525" cap="flat" cmpd="sng" algn="ctr">
                      <a:solidFill>
                        <a:srgbClr val="E3EAF6"/>
                      </a:solidFill>
                      <a:prstDash val="solid"/>
                      <a:round/>
                      <a:headEnd type="none" w="med" len="med"/>
                      <a:tailEnd type="none" w="med" len="med"/>
                    </a:lnL>
                    <a:lnR w="9525" cap="flat" cmpd="sng" algn="ctr">
                      <a:solidFill>
                        <a:srgbClr val="E3EAF6"/>
                      </a:solidFill>
                      <a:prstDash val="solid"/>
                      <a:round/>
                      <a:headEnd type="none" w="med" len="med"/>
                      <a:tailEnd type="none" w="med" len="med"/>
                    </a:lnR>
                    <a:lnT w="9525" cap="flat" cmpd="sng" algn="ctr">
                      <a:solidFill>
                        <a:srgbClr val="E3EAF6"/>
                      </a:solidFill>
                      <a:prstDash val="solid"/>
                      <a:round/>
                      <a:headEnd type="none" w="med" len="med"/>
                      <a:tailEnd type="none" w="med" len="med"/>
                    </a:lnT>
                    <a:lnB w="9525" cap="flat" cmpd="sng" algn="ctr">
                      <a:solidFill>
                        <a:srgbClr val="E3EAF6"/>
                      </a:solidFill>
                      <a:prstDash val="solid"/>
                      <a:round/>
                      <a:headEnd type="none" w="med" len="med"/>
                      <a:tailEnd type="none" w="med" len="med"/>
                    </a:lnB>
                    <a:solidFill>
                      <a:srgbClr val="FFFFFF"/>
                    </a:solidFill>
                  </a:tcPr>
                </a:tc>
                <a:tc>
                  <a:txBody>
                    <a:bodyPr/>
                    <a:lstStyle/>
                    <a:p>
                      <a:pPr marL="0" indent="0" algn="ctr">
                        <a:buNone/>
                      </a:pPr>
                      <a:r>
                        <a:rPr lang="en-US" sz="1050" dirty="0">
                          <a:solidFill>
                            <a:srgbClr val="1C1C1C"/>
                          </a:solidFill>
                          <a:latin typeface="Arial" pitchFamily="34" charset="0"/>
                          <a:ea typeface="Arial" pitchFamily="34" charset="-122"/>
                          <a:cs typeface="Arial" pitchFamily="34" charset="-120"/>
                        </a:rPr>
                        <a:t>420.50</a:t>
                      </a:r>
                      <a:endParaRPr lang="en-US" sz="1050" dirty="0">
                        <a:latin typeface="Arial" charset="0"/>
                        <a:ea typeface="Arial" charset="0"/>
                        <a:cs typeface="Arial" charset="0"/>
                      </a:endParaRPr>
                    </a:p>
                  </a:txBody>
                  <a:tcPr anchor="ctr">
                    <a:lnL w="9525" cap="flat" cmpd="sng" algn="ctr">
                      <a:solidFill>
                        <a:srgbClr val="E3EAF6"/>
                      </a:solidFill>
                      <a:prstDash val="solid"/>
                      <a:round/>
                      <a:headEnd type="none" w="med" len="med"/>
                      <a:tailEnd type="none" w="med" len="med"/>
                    </a:lnL>
                    <a:lnR w="9525" cap="flat" cmpd="sng" algn="ctr">
                      <a:solidFill>
                        <a:srgbClr val="E3EAF6"/>
                      </a:solidFill>
                      <a:prstDash val="solid"/>
                      <a:round/>
                      <a:headEnd type="none" w="med" len="med"/>
                      <a:tailEnd type="none" w="med" len="med"/>
                    </a:lnR>
                    <a:lnT w="9525" cap="flat" cmpd="sng" algn="ctr">
                      <a:solidFill>
                        <a:srgbClr val="E3EAF6"/>
                      </a:solidFill>
                      <a:prstDash val="solid"/>
                      <a:round/>
                      <a:headEnd type="none" w="med" len="med"/>
                      <a:tailEnd type="none" w="med" len="med"/>
                    </a:lnT>
                    <a:lnB w="9525" cap="flat" cmpd="sng" algn="ctr">
                      <a:solidFill>
                        <a:srgbClr val="E3EAF6"/>
                      </a:solidFill>
                      <a:prstDash val="solid"/>
                      <a:round/>
                      <a:headEnd type="none" w="med" len="med"/>
                      <a:tailEnd type="none" w="med" len="med"/>
                    </a:lnB>
                    <a:solidFill>
                      <a:srgbClr val="FFFFFF"/>
                    </a:solidFill>
                  </a:tcPr>
                </a:tc>
                <a:tc>
                  <a:txBody>
                    <a:bodyPr/>
                    <a:lstStyle/>
                    <a:p>
                      <a:pPr marL="0" indent="0" algn="ctr">
                        <a:buNone/>
                      </a:pPr>
                      <a:r>
                        <a:rPr lang="en-US" sz="1050" dirty="0">
                          <a:solidFill>
                            <a:srgbClr val="1C1C1C"/>
                          </a:solidFill>
                          <a:latin typeface="Arial" pitchFamily="34" charset="0"/>
                          <a:ea typeface="Arial" pitchFamily="34" charset="-122"/>
                          <a:cs typeface="Arial" pitchFamily="34" charset="-120"/>
                        </a:rPr>
                        <a:t>580.30</a:t>
                      </a:r>
                      <a:endParaRPr lang="en-US" sz="1050" dirty="0">
                        <a:latin typeface="Arial" charset="0"/>
                        <a:ea typeface="Arial" charset="0"/>
                        <a:cs typeface="Arial" charset="0"/>
                      </a:endParaRPr>
                    </a:p>
                  </a:txBody>
                  <a:tcPr anchor="ctr">
                    <a:lnL w="9525" cap="flat" cmpd="sng" algn="ctr">
                      <a:solidFill>
                        <a:srgbClr val="E3EAF6"/>
                      </a:solidFill>
                      <a:prstDash val="solid"/>
                      <a:round/>
                      <a:headEnd type="none" w="med" len="med"/>
                      <a:tailEnd type="none" w="med" len="med"/>
                    </a:lnL>
                    <a:lnR w="9525" cap="flat" cmpd="sng" algn="ctr">
                      <a:solidFill>
                        <a:srgbClr val="E3EAF6"/>
                      </a:solidFill>
                      <a:prstDash val="solid"/>
                      <a:round/>
                      <a:headEnd type="none" w="med" len="med"/>
                      <a:tailEnd type="none" w="med" len="med"/>
                    </a:lnR>
                    <a:lnT w="9525" cap="flat" cmpd="sng" algn="ctr">
                      <a:solidFill>
                        <a:srgbClr val="E3EAF6"/>
                      </a:solidFill>
                      <a:prstDash val="solid"/>
                      <a:round/>
                      <a:headEnd type="none" w="med" len="med"/>
                      <a:tailEnd type="none" w="med" len="med"/>
                    </a:lnT>
                    <a:lnB w="9525" cap="flat" cmpd="sng" algn="ctr">
                      <a:solidFill>
                        <a:srgbClr val="E3EAF6"/>
                      </a:solidFill>
                      <a:prstDash val="solid"/>
                      <a:round/>
                      <a:headEnd type="none" w="med" len="med"/>
                      <a:tailEnd type="none" w="med" len="med"/>
                    </a:lnB>
                    <a:solidFill>
                      <a:srgbClr val="FFFFFF"/>
                    </a:solidFill>
                  </a:tcPr>
                </a:tc>
                <a:tc>
                  <a:txBody>
                    <a:bodyPr/>
                    <a:lstStyle/>
                    <a:p>
                      <a:pPr marL="0" indent="0" algn="l">
                        <a:buNone/>
                      </a:pPr>
                      <a:r>
                        <a:rPr lang="en-US" sz="1050" dirty="0">
                          <a:solidFill>
                            <a:srgbClr val="1C1C1C"/>
                          </a:solidFill>
                          <a:latin typeface="Arial" pitchFamily="34" charset="0"/>
                          <a:ea typeface="Arial" pitchFamily="34" charset="-122"/>
                          <a:cs typeface="Arial" pitchFamily="34" charset="-120"/>
                        </a:rPr>
                        <a:t>Fast, interpretable baseline</a:t>
                      </a:r>
                      <a:endParaRPr lang="en-US" sz="1050" dirty="0">
                        <a:latin typeface="Arial" charset="0"/>
                        <a:ea typeface="Arial" charset="0"/>
                        <a:cs typeface="Arial" charset="0"/>
                      </a:endParaRPr>
                    </a:p>
                  </a:txBody>
                  <a:tcPr anchor="ctr">
                    <a:lnL w="9525" cap="flat" cmpd="sng" algn="ctr">
                      <a:solidFill>
                        <a:srgbClr val="E3EAF6"/>
                      </a:solidFill>
                      <a:prstDash val="solid"/>
                      <a:round/>
                      <a:headEnd type="none" w="med" len="med"/>
                      <a:tailEnd type="none" w="med" len="med"/>
                    </a:lnL>
                    <a:lnR w="9525" cap="flat" cmpd="sng" algn="ctr">
                      <a:solidFill>
                        <a:srgbClr val="E3EAF6"/>
                      </a:solidFill>
                      <a:prstDash val="solid"/>
                      <a:round/>
                      <a:headEnd type="none" w="med" len="med"/>
                      <a:tailEnd type="none" w="med" len="med"/>
                    </a:lnR>
                    <a:lnT w="9525" cap="flat" cmpd="sng" algn="ctr">
                      <a:solidFill>
                        <a:srgbClr val="E3EAF6"/>
                      </a:solidFill>
                      <a:prstDash val="solid"/>
                      <a:round/>
                      <a:headEnd type="none" w="med" len="med"/>
                      <a:tailEnd type="none" w="med" len="med"/>
                    </a:lnT>
                    <a:lnB w="9525" cap="flat" cmpd="sng" algn="ctr">
                      <a:solidFill>
                        <a:srgbClr val="E3EAF6"/>
                      </a:solidFill>
                      <a:prstDash val="solid"/>
                      <a:round/>
                      <a:headEnd type="none" w="med" len="med"/>
                      <a:tailEnd type="none" w="med" len="med"/>
                    </a:lnB>
                    <a:solidFill>
                      <a:srgbClr val="FFFFFF"/>
                    </a:solidFill>
                  </a:tcPr>
                </a:tc>
                <a:extLst>
                  <a:ext uri="{0D108BD9-81ED-4DB2-BD59-A6C34878D82A}">
                    <a16:rowId xmlns:a16="http://schemas.microsoft.com/office/drawing/2014/main" val="10001"/>
                  </a:ext>
                </a:extLst>
              </a:tr>
              <a:tr h="411480">
                <a:tc>
                  <a:txBody>
                    <a:bodyPr/>
                    <a:lstStyle/>
                    <a:p>
                      <a:pPr marL="0" indent="0" algn="l">
                        <a:buNone/>
                      </a:pPr>
                      <a:r>
                        <a:rPr lang="en-US" sz="1050" b="1" dirty="0">
                          <a:solidFill>
                            <a:srgbClr val="1C1C1C"/>
                          </a:solidFill>
                          <a:latin typeface="Arial" pitchFamily="34" charset="0"/>
                          <a:ea typeface="Arial" pitchFamily="34" charset="-122"/>
                          <a:cs typeface="Arial" pitchFamily="34" charset="-120"/>
                        </a:rPr>
                        <a:t>Random Forest</a:t>
                      </a:r>
                      <a:endParaRPr lang="en-US" sz="1050" dirty="0">
                        <a:latin typeface="Arial" charset="0"/>
                        <a:ea typeface="Arial" charset="0"/>
                        <a:cs typeface="Arial" charset="0"/>
                      </a:endParaRPr>
                    </a:p>
                  </a:txBody>
                  <a:tcPr anchor="ctr">
                    <a:lnL w="9525" cap="flat" cmpd="sng" algn="ctr">
                      <a:solidFill>
                        <a:srgbClr val="E3EAF6"/>
                      </a:solidFill>
                      <a:prstDash val="solid"/>
                      <a:round/>
                      <a:headEnd type="none" w="med" len="med"/>
                      <a:tailEnd type="none" w="med" len="med"/>
                    </a:lnL>
                    <a:lnR w="9525" cap="flat" cmpd="sng" algn="ctr">
                      <a:solidFill>
                        <a:srgbClr val="E3EAF6"/>
                      </a:solidFill>
                      <a:prstDash val="solid"/>
                      <a:round/>
                      <a:headEnd type="none" w="med" len="med"/>
                      <a:tailEnd type="none" w="med" len="med"/>
                    </a:lnR>
                    <a:lnT w="9525" cap="flat" cmpd="sng" algn="ctr">
                      <a:solidFill>
                        <a:srgbClr val="E3EAF6"/>
                      </a:solidFill>
                      <a:prstDash val="solid"/>
                      <a:round/>
                      <a:headEnd type="none" w="med" len="med"/>
                      <a:tailEnd type="none" w="med" len="med"/>
                    </a:lnT>
                    <a:lnB w="9525" cap="flat" cmpd="sng" algn="ctr">
                      <a:solidFill>
                        <a:srgbClr val="E3EAF6"/>
                      </a:solidFill>
                      <a:prstDash val="solid"/>
                      <a:round/>
                      <a:headEnd type="none" w="med" len="med"/>
                      <a:tailEnd type="none" w="med" len="med"/>
                    </a:lnB>
                    <a:solidFill>
                      <a:srgbClr val="F7F9FD"/>
                    </a:solidFill>
                  </a:tcPr>
                </a:tc>
                <a:tc>
                  <a:txBody>
                    <a:bodyPr/>
                    <a:lstStyle/>
                    <a:p>
                      <a:pPr marL="0" indent="0" algn="ctr">
                        <a:buNone/>
                      </a:pPr>
                      <a:r>
                        <a:rPr lang="en-US" sz="1050" dirty="0">
                          <a:solidFill>
                            <a:srgbClr val="1C1C1C"/>
                          </a:solidFill>
                          <a:latin typeface="Arial" pitchFamily="34" charset="0"/>
                          <a:ea typeface="Arial" pitchFamily="34" charset="-122"/>
                          <a:cs typeface="Arial" pitchFamily="34" charset="-120"/>
                        </a:rPr>
                        <a:t>0.9400</a:t>
                      </a:r>
                      <a:endParaRPr lang="en-US" sz="1050" dirty="0">
                        <a:latin typeface="Arial" charset="0"/>
                        <a:ea typeface="Arial" charset="0"/>
                        <a:cs typeface="Arial" charset="0"/>
                      </a:endParaRPr>
                    </a:p>
                  </a:txBody>
                  <a:tcPr anchor="ctr">
                    <a:lnL w="9525" cap="flat" cmpd="sng" algn="ctr">
                      <a:solidFill>
                        <a:srgbClr val="E3EAF6"/>
                      </a:solidFill>
                      <a:prstDash val="solid"/>
                      <a:round/>
                      <a:headEnd type="none" w="med" len="med"/>
                      <a:tailEnd type="none" w="med" len="med"/>
                    </a:lnL>
                    <a:lnR w="9525" cap="flat" cmpd="sng" algn="ctr">
                      <a:solidFill>
                        <a:srgbClr val="E3EAF6"/>
                      </a:solidFill>
                      <a:prstDash val="solid"/>
                      <a:round/>
                      <a:headEnd type="none" w="med" len="med"/>
                      <a:tailEnd type="none" w="med" len="med"/>
                    </a:lnR>
                    <a:lnT w="9525" cap="flat" cmpd="sng" algn="ctr">
                      <a:solidFill>
                        <a:srgbClr val="E3EAF6"/>
                      </a:solidFill>
                      <a:prstDash val="solid"/>
                      <a:round/>
                      <a:headEnd type="none" w="med" len="med"/>
                      <a:tailEnd type="none" w="med" len="med"/>
                    </a:lnT>
                    <a:lnB w="9525" cap="flat" cmpd="sng" algn="ctr">
                      <a:solidFill>
                        <a:srgbClr val="E3EAF6"/>
                      </a:solidFill>
                      <a:prstDash val="solid"/>
                      <a:round/>
                      <a:headEnd type="none" w="med" len="med"/>
                      <a:tailEnd type="none" w="med" len="med"/>
                    </a:lnB>
                    <a:solidFill>
                      <a:srgbClr val="F7F9FD"/>
                    </a:solidFill>
                  </a:tcPr>
                </a:tc>
                <a:tc>
                  <a:txBody>
                    <a:bodyPr/>
                    <a:lstStyle/>
                    <a:p>
                      <a:pPr marL="0" indent="0" algn="ctr">
                        <a:buNone/>
                      </a:pPr>
                      <a:r>
                        <a:rPr lang="en-US" sz="1050" dirty="0">
                          <a:solidFill>
                            <a:srgbClr val="1C1C1C"/>
                          </a:solidFill>
                          <a:latin typeface="Arial" pitchFamily="34" charset="0"/>
                          <a:ea typeface="Arial" pitchFamily="34" charset="-122"/>
                          <a:cs typeface="Arial" pitchFamily="34" charset="-120"/>
                        </a:rPr>
                        <a:t>310.20</a:t>
                      </a:r>
                      <a:endParaRPr lang="en-US" sz="1050" dirty="0">
                        <a:latin typeface="Arial" charset="0"/>
                        <a:ea typeface="Arial" charset="0"/>
                        <a:cs typeface="Arial" charset="0"/>
                      </a:endParaRPr>
                    </a:p>
                  </a:txBody>
                  <a:tcPr anchor="ctr">
                    <a:lnL w="9525" cap="flat" cmpd="sng" algn="ctr">
                      <a:solidFill>
                        <a:srgbClr val="E3EAF6"/>
                      </a:solidFill>
                      <a:prstDash val="solid"/>
                      <a:round/>
                      <a:headEnd type="none" w="med" len="med"/>
                      <a:tailEnd type="none" w="med" len="med"/>
                    </a:lnL>
                    <a:lnR w="9525" cap="flat" cmpd="sng" algn="ctr">
                      <a:solidFill>
                        <a:srgbClr val="E3EAF6"/>
                      </a:solidFill>
                      <a:prstDash val="solid"/>
                      <a:round/>
                      <a:headEnd type="none" w="med" len="med"/>
                      <a:tailEnd type="none" w="med" len="med"/>
                    </a:lnR>
                    <a:lnT w="9525" cap="flat" cmpd="sng" algn="ctr">
                      <a:solidFill>
                        <a:srgbClr val="E3EAF6"/>
                      </a:solidFill>
                      <a:prstDash val="solid"/>
                      <a:round/>
                      <a:headEnd type="none" w="med" len="med"/>
                      <a:tailEnd type="none" w="med" len="med"/>
                    </a:lnT>
                    <a:lnB w="9525" cap="flat" cmpd="sng" algn="ctr">
                      <a:solidFill>
                        <a:srgbClr val="E3EAF6"/>
                      </a:solidFill>
                      <a:prstDash val="solid"/>
                      <a:round/>
                      <a:headEnd type="none" w="med" len="med"/>
                      <a:tailEnd type="none" w="med" len="med"/>
                    </a:lnB>
                    <a:solidFill>
                      <a:srgbClr val="F7F9FD"/>
                    </a:solidFill>
                  </a:tcPr>
                </a:tc>
                <a:tc>
                  <a:txBody>
                    <a:bodyPr/>
                    <a:lstStyle/>
                    <a:p>
                      <a:pPr marL="0" indent="0" algn="ctr">
                        <a:buNone/>
                      </a:pPr>
                      <a:r>
                        <a:rPr lang="en-US" sz="1050" dirty="0">
                          <a:solidFill>
                            <a:srgbClr val="1C1C1C"/>
                          </a:solidFill>
                          <a:latin typeface="Arial" pitchFamily="34" charset="0"/>
                          <a:ea typeface="Arial" pitchFamily="34" charset="-122"/>
                          <a:cs typeface="Arial" pitchFamily="34" charset="-120"/>
                        </a:rPr>
                        <a:t>450.80</a:t>
                      </a:r>
                      <a:endParaRPr lang="en-US" sz="1050" dirty="0">
                        <a:latin typeface="Arial" charset="0"/>
                        <a:ea typeface="Arial" charset="0"/>
                        <a:cs typeface="Arial" charset="0"/>
                      </a:endParaRPr>
                    </a:p>
                  </a:txBody>
                  <a:tcPr anchor="ctr">
                    <a:lnL w="9525" cap="flat" cmpd="sng" algn="ctr">
                      <a:solidFill>
                        <a:srgbClr val="E3EAF6"/>
                      </a:solidFill>
                      <a:prstDash val="solid"/>
                      <a:round/>
                      <a:headEnd type="none" w="med" len="med"/>
                      <a:tailEnd type="none" w="med" len="med"/>
                    </a:lnL>
                    <a:lnR w="9525" cap="flat" cmpd="sng" algn="ctr">
                      <a:solidFill>
                        <a:srgbClr val="E3EAF6"/>
                      </a:solidFill>
                      <a:prstDash val="solid"/>
                      <a:round/>
                      <a:headEnd type="none" w="med" len="med"/>
                      <a:tailEnd type="none" w="med" len="med"/>
                    </a:lnR>
                    <a:lnT w="9525" cap="flat" cmpd="sng" algn="ctr">
                      <a:solidFill>
                        <a:srgbClr val="E3EAF6"/>
                      </a:solidFill>
                      <a:prstDash val="solid"/>
                      <a:round/>
                      <a:headEnd type="none" w="med" len="med"/>
                      <a:tailEnd type="none" w="med" len="med"/>
                    </a:lnT>
                    <a:lnB w="9525" cap="flat" cmpd="sng" algn="ctr">
                      <a:solidFill>
                        <a:srgbClr val="E3EAF6"/>
                      </a:solidFill>
                      <a:prstDash val="solid"/>
                      <a:round/>
                      <a:headEnd type="none" w="med" len="med"/>
                      <a:tailEnd type="none" w="med" len="med"/>
                    </a:lnB>
                    <a:solidFill>
                      <a:srgbClr val="F7F9FD"/>
                    </a:solidFill>
                  </a:tcPr>
                </a:tc>
                <a:tc>
                  <a:txBody>
                    <a:bodyPr/>
                    <a:lstStyle/>
                    <a:p>
                      <a:pPr marL="0" indent="0" algn="l">
                        <a:buNone/>
                      </a:pPr>
                      <a:r>
                        <a:rPr lang="en-US" sz="1050" dirty="0">
                          <a:solidFill>
                            <a:srgbClr val="1C1C1C"/>
                          </a:solidFill>
                          <a:latin typeface="Arial" pitchFamily="34" charset="0"/>
                          <a:ea typeface="Arial" pitchFamily="34" charset="-122"/>
                          <a:cs typeface="Arial" pitchFamily="34" charset="-120"/>
                        </a:rPr>
                        <a:t>Robust, slower inference</a:t>
                      </a:r>
                      <a:endParaRPr lang="en-US" sz="1050" dirty="0">
                        <a:latin typeface="Arial" charset="0"/>
                        <a:ea typeface="Arial" charset="0"/>
                        <a:cs typeface="Arial" charset="0"/>
                      </a:endParaRPr>
                    </a:p>
                  </a:txBody>
                  <a:tcPr anchor="ctr">
                    <a:lnL w="9525" cap="flat" cmpd="sng" algn="ctr">
                      <a:solidFill>
                        <a:srgbClr val="E3EAF6"/>
                      </a:solidFill>
                      <a:prstDash val="solid"/>
                      <a:round/>
                      <a:headEnd type="none" w="med" len="med"/>
                      <a:tailEnd type="none" w="med" len="med"/>
                    </a:lnL>
                    <a:lnR w="9525" cap="flat" cmpd="sng" algn="ctr">
                      <a:solidFill>
                        <a:srgbClr val="E3EAF6"/>
                      </a:solidFill>
                      <a:prstDash val="solid"/>
                      <a:round/>
                      <a:headEnd type="none" w="med" len="med"/>
                      <a:tailEnd type="none" w="med" len="med"/>
                    </a:lnR>
                    <a:lnT w="9525" cap="flat" cmpd="sng" algn="ctr">
                      <a:solidFill>
                        <a:srgbClr val="E3EAF6"/>
                      </a:solidFill>
                      <a:prstDash val="solid"/>
                      <a:round/>
                      <a:headEnd type="none" w="med" len="med"/>
                      <a:tailEnd type="none" w="med" len="med"/>
                    </a:lnT>
                    <a:lnB w="9525" cap="flat" cmpd="sng" algn="ctr">
                      <a:solidFill>
                        <a:srgbClr val="E3EAF6"/>
                      </a:solidFill>
                      <a:prstDash val="solid"/>
                      <a:round/>
                      <a:headEnd type="none" w="med" len="med"/>
                      <a:tailEnd type="none" w="med" len="med"/>
                    </a:lnB>
                    <a:solidFill>
                      <a:srgbClr val="F7F9FD"/>
                    </a:solidFill>
                  </a:tcPr>
                </a:tc>
                <a:extLst>
                  <a:ext uri="{0D108BD9-81ED-4DB2-BD59-A6C34878D82A}">
                    <a16:rowId xmlns:a16="http://schemas.microsoft.com/office/drawing/2014/main" val="10002"/>
                  </a:ext>
                </a:extLst>
              </a:tr>
              <a:tr h="411480">
                <a:tc>
                  <a:txBody>
                    <a:bodyPr/>
                    <a:lstStyle/>
                    <a:p>
                      <a:pPr marL="0" indent="0" algn="l">
                        <a:buNone/>
                      </a:pPr>
                      <a:r>
                        <a:rPr lang="en-US" sz="1050" b="1" dirty="0">
                          <a:solidFill>
                            <a:srgbClr val="1C1C1C"/>
                          </a:solidFill>
                          <a:latin typeface="Arial" pitchFamily="34" charset="0"/>
                          <a:ea typeface="Arial" pitchFamily="34" charset="-122"/>
                          <a:cs typeface="Arial" pitchFamily="34" charset="-120"/>
                        </a:rPr>
                        <a:t>LightGBM</a:t>
                      </a:r>
                      <a:endParaRPr lang="en-US" sz="1050" dirty="0">
                        <a:latin typeface="Arial" charset="0"/>
                        <a:ea typeface="Arial" charset="0"/>
                        <a:cs typeface="Arial" charset="0"/>
                      </a:endParaRPr>
                    </a:p>
                  </a:txBody>
                  <a:tcPr anchor="ctr">
                    <a:lnL w="9525" cap="flat" cmpd="sng" algn="ctr">
                      <a:solidFill>
                        <a:srgbClr val="E3EAF6"/>
                      </a:solidFill>
                      <a:prstDash val="solid"/>
                      <a:round/>
                      <a:headEnd type="none" w="med" len="med"/>
                      <a:tailEnd type="none" w="med" len="med"/>
                    </a:lnL>
                    <a:lnR w="9525" cap="flat" cmpd="sng" algn="ctr">
                      <a:solidFill>
                        <a:srgbClr val="E3EAF6"/>
                      </a:solidFill>
                      <a:prstDash val="solid"/>
                      <a:round/>
                      <a:headEnd type="none" w="med" len="med"/>
                      <a:tailEnd type="none" w="med" len="med"/>
                    </a:lnR>
                    <a:lnT w="9525" cap="flat" cmpd="sng" algn="ctr">
                      <a:solidFill>
                        <a:srgbClr val="E3EAF6"/>
                      </a:solidFill>
                      <a:prstDash val="solid"/>
                      <a:round/>
                      <a:headEnd type="none" w="med" len="med"/>
                      <a:tailEnd type="none" w="med" len="med"/>
                    </a:lnT>
                    <a:lnB w="9525" cap="flat" cmpd="sng" algn="ctr">
                      <a:solidFill>
                        <a:srgbClr val="E3EAF6"/>
                      </a:solidFill>
                      <a:prstDash val="solid"/>
                      <a:round/>
                      <a:headEnd type="none" w="med" len="med"/>
                      <a:tailEnd type="none" w="med" len="med"/>
                    </a:lnB>
                    <a:solidFill>
                      <a:srgbClr val="FFFFFF"/>
                    </a:solidFill>
                  </a:tcPr>
                </a:tc>
                <a:tc>
                  <a:txBody>
                    <a:bodyPr/>
                    <a:lstStyle/>
                    <a:p>
                      <a:pPr marL="0" indent="0" algn="ctr">
                        <a:buNone/>
                      </a:pPr>
                      <a:r>
                        <a:rPr lang="en-US" sz="1050" dirty="0">
                          <a:solidFill>
                            <a:srgbClr val="1C1C1C"/>
                          </a:solidFill>
                          <a:latin typeface="Arial" pitchFamily="34" charset="0"/>
                          <a:ea typeface="Arial" pitchFamily="34" charset="-122"/>
                          <a:cs typeface="Arial" pitchFamily="34" charset="-120"/>
                        </a:rPr>
                        <a:t>0.9560</a:t>
                      </a:r>
                      <a:endParaRPr lang="en-US" sz="1050" dirty="0">
                        <a:latin typeface="Arial" charset="0"/>
                        <a:ea typeface="Arial" charset="0"/>
                        <a:cs typeface="Arial" charset="0"/>
                      </a:endParaRPr>
                    </a:p>
                  </a:txBody>
                  <a:tcPr anchor="ctr">
                    <a:lnL w="9525" cap="flat" cmpd="sng" algn="ctr">
                      <a:solidFill>
                        <a:srgbClr val="E3EAF6"/>
                      </a:solidFill>
                      <a:prstDash val="solid"/>
                      <a:round/>
                      <a:headEnd type="none" w="med" len="med"/>
                      <a:tailEnd type="none" w="med" len="med"/>
                    </a:lnL>
                    <a:lnR w="9525" cap="flat" cmpd="sng" algn="ctr">
                      <a:solidFill>
                        <a:srgbClr val="E3EAF6"/>
                      </a:solidFill>
                      <a:prstDash val="solid"/>
                      <a:round/>
                      <a:headEnd type="none" w="med" len="med"/>
                      <a:tailEnd type="none" w="med" len="med"/>
                    </a:lnR>
                    <a:lnT w="9525" cap="flat" cmpd="sng" algn="ctr">
                      <a:solidFill>
                        <a:srgbClr val="E3EAF6"/>
                      </a:solidFill>
                      <a:prstDash val="solid"/>
                      <a:round/>
                      <a:headEnd type="none" w="med" len="med"/>
                      <a:tailEnd type="none" w="med" len="med"/>
                    </a:lnT>
                    <a:lnB w="9525" cap="flat" cmpd="sng" algn="ctr">
                      <a:solidFill>
                        <a:srgbClr val="E3EAF6"/>
                      </a:solidFill>
                      <a:prstDash val="solid"/>
                      <a:round/>
                      <a:headEnd type="none" w="med" len="med"/>
                      <a:tailEnd type="none" w="med" len="med"/>
                    </a:lnB>
                    <a:solidFill>
                      <a:srgbClr val="FFFFFF"/>
                    </a:solidFill>
                  </a:tcPr>
                </a:tc>
                <a:tc>
                  <a:txBody>
                    <a:bodyPr/>
                    <a:lstStyle/>
                    <a:p>
                      <a:pPr marL="0" indent="0" algn="ctr">
                        <a:buNone/>
                      </a:pPr>
                      <a:r>
                        <a:rPr lang="en-US" sz="1050" dirty="0">
                          <a:solidFill>
                            <a:srgbClr val="1C1C1C"/>
                          </a:solidFill>
                          <a:latin typeface="Arial" pitchFamily="34" charset="0"/>
                          <a:ea typeface="Arial" pitchFamily="34" charset="-122"/>
                          <a:cs typeface="Arial" pitchFamily="34" charset="-120"/>
                        </a:rPr>
                        <a:t>265.30</a:t>
                      </a:r>
                      <a:endParaRPr lang="en-US" sz="1050" dirty="0">
                        <a:latin typeface="Arial" charset="0"/>
                        <a:ea typeface="Arial" charset="0"/>
                        <a:cs typeface="Arial" charset="0"/>
                      </a:endParaRPr>
                    </a:p>
                  </a:txBody>
                  <a:tcPr anchor="ctr">
                    <a:lnL w="9525" cap="flat" cmpd="sng" algn="ctr">
                      <a:solidFill>
                        <a:srgbClr val="E3EAF6"/>
                      </a:solidFill>
                      <a:prstDash val="solid"/>
                      <a:round/>
                      <a:headEnd type="none" w="med" len="med"/>
                      <a:tailEnd type="none" w="med" len="med"/>
                    </a:lnL>
                    <a:lnR w="9525" cap="flat" cmpd="sng" algn="ctr">
                      <a:solidFill>
                        <a:srgbClr val="E3EAF6"/>
                      </a:solidFill>
                      <a:prstDash val="solid"/>
                      <a:round/>
                      <a:headEnd type="none" w="med" len="med"/>
                      <a:tailEnd type="none" w="med" len="med"/>
                    </a:lnR>
                    <a:lnT w="9525" cap="flat" cmpd="sng" algn="ctr">
                      <a:solidFill>
                        <a:srgbClr val="E3EAF6"/>
                      </a:solidFill>
                      <a:prstDash val="solid"/>
                      <a:round/>
                      <a:headEnd type="none" w="med" len="med"/>
                      <a:tailEnd type="none" w="med" len="med"/>
                    </a:lnT>
                    <a:lnB w="9525" cap="flat" cmpd="sng" algn="ctr">
                      <a:solidFill>
                        <a:srgbClr val="E3EAF6"/>
                      </a:solidFill>
                      <a:prstDash val="solid"/>
                      <a:round/>
                      <a:headEnd type="none" w="med" len="med"/>
                      <a:tailEnd type="none" w="med" len="med"/>
                    </a:lnB>
                    <a:solidFill>
                      <a:srgbClr val="FFFFFF"/>
                    </a:solidFill>
                  </a:tcPr>
                </a:tc>
                <a:tc>
                  <a:txBody>
                    <a:bodyPr/>
                    <a:lstStyle/>
                    <a:p>
                      <a:pPr marL="0" indent="0" algn="ctr">
                        <a:buNone/>
                      </a:pPr>
                      <a:r>
                        <a:rPr lang="en-US" sz="1050" dirty="0">
                          <a:solidFill>
                            <a:srgbClr val="1C1C1C"/>
                          </a:solidFill>
                          <a:latin typeface="Arial" pitchFamily="34" charset="0"/>
                          <a:ea typeface="Arial" pitchFamily="34" charset="-122"/>
                          <a:cs typeface="Arial" pitchFamily="34" charset="-120"/>
                        </a:rPr>
                        <a:t>410.50</a:t>
                      </a:r>
                      <a:endParaRPr lang="en-US" sz="1050" dirty="0">
                        <a:latin typeface="Arial" charset="0"/>
                        <a:ea typeface="Arial" charset="0"/>
                        <a:cs typeface="Arial" charset="0"/>
                      </a:endParaRPr>
                    </a:p>
                  </a:txBody>
                  <a:tcPr anchor="ctr">
                    <a:lnL w="9525" cap="flat" cmpd="sng" algn="ctr">
                      <a:solidFill>
                        <a:srgbClr val="E3EAF6"/>
                      </a:solidFill>
                      <a:prstDash val="solid"/>
                      <a:round/>
                      <a:headEnd type="none" w="med" len="med"/>
                      <a:tailEnd type="none" w="med" len="med"/>
                    </a:lnL>
                    <a:lnR w="9525" cap="flat" cmpd="sng" algn="ctr">
                      <a:solidFill>
                        <a:srgbClr val="E3EAF6"/>
                      </a:solidFill>
                      <a:prstDash val="solid"/>
                      <a:round/>
                      <a:headEnd type="none" w="med" len="med"/>
                      <a:tailEnd type="none" w="med" len="med"/>
                    </a:lnR>
                    <a:lnT w="9525" cap="flat" cmpd="sng" algn="ctr">
                      <a:solidFill>
                        <a:srgbClr val="E3EAF6"/>
                      </a:solidFill>
                      <a:prstDash val="solid"/>
                      <a:round/>
                      <a:headEnd type="none" w="med" len="med"/>
                      <a:tailEnd type="none" w="med" len="med"/>
                    </a:lnT>
                    <a:lnB w="9525" cap="flat" cmpd="sng" algn="ctr">
                      <a:solidFill>
                        <a:srgbClr val="E3EAF6"/>
                      </a:solidFill>
                      <a:prstDash val="solid"/>
                      <a:round/>
                      <a:headEnd type="none" w="med" len="med"/>
                      <a:tailEnd type="none" w="med" len="med"/>
                    </a:lnB>
                    <a:solidFill>
                      <a:srgbClr val="FFFFFF"/>
                    </a:solidFill>
                  </a:tcPr>
                </a:tc>
                <a:tc>
                  <a:txBody>
                    <a:bodyPr/>
                    <a:lstStyle/>
                    <a:p>
                      <a:pPr marL="0" indent="0" algn="l">
                        <a:buNone/>
                      </a:pPr>
                      <a:r>
                        <a:rPr lang="en-US" sz="1050" dirty="0">
                          <a:solidFill>
                            <a:srgbClr val="1C1C1C"/>
                          </a:solidFill>
                          <a:latin typeface="Arial" pitchFamily="34" charset="0"/>
                          <a:ea typeface="Arial" pitchFamily="34" charset="-122"/>
                          <a:cs typeface="Arial" pitchFamily="34" charset="-120"/>
                        </a:rPr>
                        <a:t>Fastest training, close 2nd</a:t>
                      </a:r>
                      <a:endParaRPr lang="en-US" sz="1050" dirty="0">
                        <a:latin typeface="Arial" charset="0"/>
                        <a:ea typeface="Arial" charset="0"/>
                        <a:cs typeface="Arial" charset="0"/>
                      </a:endParaRPr>
                    </a:p>
                  </a:txBody>
                  <a:tcPr anchor="ctr">
                    <a:lnL w="9525" cap="flat" cmpd="sng" algn="ctr">
                      <a:solidFill>
                        <a:srgbClr val="E3EAF6"/>
                      </a:solidFill>
                      <a:prstDash val="solid"/>
                      <a:round/>
                      <a:headEnd type="none" w="med" len="med"/>
                      <a:tailEnd type="none" w="med" len="med"/>
                    </a:lnL>
                    <a:lnR w="9525" cap="flat" cmpd="sng" algn="ctr">
                      <a:solidFill>
                        <a:srgbClr val="E3EAF6"/>
                      </a:solidFill>
                      <a:prstDash val="solid"/>
                      <a:round/>
                      <a:headEnd type="none" w="med" len="med"/>
                      <a:tailEnd type="none" w="med" len="med"/>
                    </a:lnR>
                    <a:lnT w="9525" cap="flat" cmpd="sng" algn="ctr">
                      <a:solidFill>
                        <a:srgbClr val="E3EAF6"/>
                      </a:solidFill>
                      <a:prstDash val="solid"/>
                      <a:round/>
                      <a:headEnd type="none" w="med" len="med"/>
                      <a:tailEnd type="none" w="med" len="med"/>
                    </a:lnT>
                    <a:lnB w="9525" cap="flat" cmpd="sng" algn="ctr">
                      <a:solidFill>
                        <a:srgbClr val="E3EAF6"/>
                      </a:solidFill>
                      <a:prstDash val="solid"/>
                      <a:round/>
                      <a:headEnd type="none" w="med" len="med"/>
                      <a:tailEnd type="none" w="med" len="med"/>
                    </a:lnB>
                    <a:solidFill>
                      <a:srgbClr val="FFFFFF"/>
                    </a:solidFill>
                  </a:tcPr>
                </a:tc>
                <a:extLst>
                  <a:ext uri="{0D108BD9-81ED-4DB2-BD59-A6C34878D82A}">
                    <a16:rowId xmlns:a16="http://schemas.microsoft.com/office/drawing/2014/main" val="10003"/>
                  </a:ext>
                </a:extLst>
              </a:tr>
              <a:tr h="411480">
                <a:tc>
                  <a:txBody>
                    <a:bodyPr/>
                    <a:lstStyle/>
                    <a:p>
                      <a:pPr marL="0" indent="0" algn="l">
                        <a:buNone/>
                      </a:pPr>
                      <a:r>
                        <a:rPr lang="en-US" sz="1050" b="1" dirty="0">
                          <a:solidFill>
                            <a:srgbClr val="193EB0"/>
                          </a:solidFill>
                          <a:latin typeface="Arial" pitchFamily="34" charset="0"/>
                          <a:ea typeface="Arial" pitchFamily="34" charset="-122"/>
                          <a:cs typeface="Arial" pitchFamily="34" charset="-120"/>
                        </a:rPr>
                        <a:t>XGBoost (Champion)</a:t>
                      </a:r>
                      <a:endParaRPr lang="en-US" sz="1050" dirty="0">
                        <a:latin typeface="Arial" charset="0"/>
                        <a:ea typeface="Arial" charset="0"/>
                        <a:cs typeface="Arial" charset="0"/>
                      </a:endParaRPr>
                    </a:p>
                  </a:txBody>
                  <a:tcPr anchor="ctr">
                    <a:lnL w="9525" cap="flat" cmpd="sng" algn="ctr">
                      <a:solidFill>
                        <a:srgbClr val="E3EAF6"/>
                      </a:solidFill>
                      <a:prstDash val="solid"/>
                      <a:round/>
                      <a:headEnd type="none" w="med" len="med"/>
                      <a:tailEnd type="none" w="med" len="med"/>
                    </a:lnL>
                    <a:lnR w="9525" cap="flat" cmpd="sng" algn="ctr">
                      <a:solidFill>
                        <a:srgbClr val="E3EAF6"/>
                      </a:solidFill>
                      <a:prstDash val="solid"/>
                      <a:round/>
                      <a:headEnd type="none" w="med" len="med"/>
                      <a:tailEnd type="none" w="med" len="med"/>
                    </a:lnR>
                    <a:lnT w="9525" cap="flat" cmpd="sng" algn="ctr">
                      <a:solidFill>
                        <a:srgbClr val="E3EAF6"/>
                      </a:solidFill>
                      <a:prstDash val="solid"/>
                      <a:round/>
                      <a:headEnd type="none" w="med" len="med"/>
                      <a:tailEnd type="none" w="med" len="med"/>
                    </a:lnT>
                    <a:lnB w="9525" cap="flat" cmpd="sng" algn="ctr">
                      <a:solidFill>
                        <a:srgbClr val="E3EAF6"/>
                      </a:solidFill>
                      <a:prstDash val="solid"/>
                      <a:round/>
                      <a:headEnd type="none" w="med" len="med"/>
                      <a:tailEnd type="none" w="med" len="med"/>
                    </a:lnB>
                    <a:solidFill>
                      <a:srgbClr val="E4EDFB"/>
                    </a:solidFill>
                  </a:tcPr>
                </a:tc>
                <a:tc>
                  <a:txBody>
                    <a:bodyPr/>
                    <a:lstStyle/>
                    <a:p>
                      <a:pPr marL="0" indent="0" algn="ctr">
                        <a:buNone/>
                      </a:pPr>
                      <a:r>
                        <a:rPr lang="en-US" sz="1050" dirty="0">
                          <a:solidFill>
                            <a:srgbClr val="193EB0"/>
                          </a:solidFill>
                          <a:latin typeface="Arial" pitchFamily="34" charset="0"/>
                          <a:ea typeface="Arial" pitchFamily="34" charset="-122"/>
                          <a:cs typeface="Arial" pitchFamily="34" charset="-120"/>
                        </a:rPr>
                        <a:t>0.9594</a:t>
                      </a:r>
                      <a:endParaRPr lang="en-US" sz="1050" dirty="0">
                        <a:latin typeface="Arial" charset="0"/>
                        <a:ea typeface="Arial" charset="0"/>
                        <a:cs typeface="Arial" charset="0"/>
                      </a:endParaRPr>
                    </a:p>
                  </a:txBody>
                  <a:tcPr anchor="ctr">
                    <a:lnL w="9525" cap="flat" cmpd="sng" algn="ctr">
                      <a:solidFill>
                        <a:srgbClr val="E3EAF6"/>
                      </a:solidFill>
                      <a:prstDash val="solid"/>
                      <a:round/>
                      <a:headEnd type="none" w="med" len="med"/>
                      <a:tailEnd type="none" w="med" len="med"/>
                    </a:lnL>
                    <a:lnR w="9525" cap="flat" cmpd="sng" algn="ctr">
                      <a:solidFill>
                        <a:srgbClr val="E3EAF6"/>
                      </a:solidFill>
                      <a:prstDash val="solid"/>
                      <a:round/>
                      <a:headEnd type="none" w="med" len="med"/>
                      <a:tailEnd type="none" w="med" len="med"/>
                    </a:lnR>
                    <a:lnT w="9525" cap="flat" cmpd="sng" algn="ctr">
                      <a:solidFill>
                        <a:srgbClr val="E3EAF6"/>
                      </a:solidFill>
                      <a:prstDash val="solid"/>
                      <a:round/>
                      <a:headEnd type="none" w="med" len="med"/>
                      <a:tailEnd type="none" w="med" len="med"/>
                    </a:lnT>
                    <a:lnB w="9525" cap="flat" cmpd="sng" algn="ctr">
                      <a:solidFill>
                        <a:srgbClr val="E3EAF6"/>
                      </a:solidFill>
                      <a:prstDash val="solid"/>
                      <a:round/>
                      <a:headEnd type="none" w="med" len="med"/>
                      <a:tailEnd type="none" w="med" len="med"/>
                    </a:lnB>
                    <a:solidFill>
                      <a:srgbClr val="E4EDFB"/>
                    </a:solidFill>
                  </a:tcPr>
                </a:tc>
                <a:tc>
                  <a:txBody>
                    <a:bodyPr/>
                    <a:lstStyle/>
                    <a:p>
                      <a:pPr marL="0" indent="0" algn="ctr">
                        <a:buNone/>
                      </a:pPr>
                      <a:r>
                        <a:rPr lang="en-US" sz="1050" dirty="0">
                          <a:solidFill>
                            <a:srgbClr val="193EB0"/>
                          </a:solidFill>
                          <a:latin typeface="Arial" pitchFamily="34" charset="0"/>
                          <a:ea typeface="Arial" pitchFamily="34" charset="-122"/>
                          <a:cs typeface="Arial" pitchFamily="34" charset="-120"/>
                        </a:rPr>
                        <a:t>241.99</a:t>
                      </a:r>
                      <a:endParaRPr lang="en-US" sz="1050" dirty="0">
                        <a:latin typeface="Arial" charset="0"/>
                        <a:ea typeface="Arial" charset="0"/>
                        <a:cs typeface="Arial" charset="0"/>
                      </a:endParaRPr>
                    </a:p>
                  </a:txBody>
                  <a:tcPr anchor="ctr">
                    <a:lnL w="9525" cap="flat" cmpd="sng" algn="ctr">
                      <a:solidFill>
                        <a:srgbClr val="E3EAF6"/>
                      </a:solidFill>
                      <a:prstDash val="solid"/>
                      <a:round/>
                      <a:headEnd type="none" w="med" len="med"/>
                      <a:tailEnd type="none" w="med" len="med"/>
                    </a:lnL>
                    <a:lnR w="9525" cap="flat" cmpd="sng" algn="ctr">
                      <a:solidFill>
                        <a:srgbClr val="E3EAF6"/>
                      </a:solidFill>
                      <a:prstDash val="solid"/>
                      <a:round/>
                      <a:headEnd type="none" w="med" len="med"/>
                      <a:tailEnd type="none" w="med" len="med"/>
                    </a:lnR>
                    <a:lnT w="9525" cap="flat" cmpd="sng" algn="ctr">
                      <a:solidFill>
                        <a:srgbClr val="E3EAF6"/>
                      </a:solidFill>
                      <a:prstDash val="solid"/>
                      <a:round/>
                      <a:headEnd type="none" w="med" len="med"/>
                      <a:tailEnd type="none" w="med" len="med"/>
                    </a:lnT>
                    <a:lnB w="9525" cap="flat" cmpd="sng" algn="ctr">
                      <a:solidFill>
                        <a:srgbClr val="E3EAF6"/>
                      </a:solidFill>
                      <a:prstDash val="solid"/>
                      <a:round/>
                      <a:headEnd type="none" w="med" len="med"/>
                      <a:tailEnd type="none" w="med" len="med"/>
                    </a:lnB>
                    <a:solidFill>
                      <a:srgbClr val="E4EDFB"/>
                    </a:solidFill>
                  </a:tcPr>
                </a:tc>
                <a:tc>
                  <a:txBody>
                    <a:bodyPr/>
                    <a:lstStyle/>
                    <a:p>
                      <a:pPr marL="0" indent="0" algn="ctr">
                        <a:buNone/>
                      </a:pPr>
                      <a:r>
                        <a:rPr lang="en-US" sz="1050" dirty="0">
                          <a:solidFill>
                            <a:srgbClr val="193EB0"/>
                          </a:solidFill>
                          <a:latin typeface="Arial" pitchFamily="34" charset="0"/>
                          <a:ea typeface="Arial" pitchFamily="34" charset="-122"/>
                          <a:cs typeface="Arial" pitchFamily="34" charset="-120"/>
                        </a:rPr>
                        <a:t>397.13</a:t>
                      </a:r>
                      <a:endParaRPr lang="en-US" sz="1050" dirty="0">
                        <a:latin typeface="Arial" charset="0"/>
                        <a:ea typeface="Arial" charset="0"/>
                        <a:cs typeface="Arial" charset="0"/>
                      </a:endParaRPr>
                    </a:p>
                  </a:txBody>
                  <a:tcPr anchor="ctr">
                    <a:lnL w="9525" cap="flat" cmpd="sng" algn="ctr">
                      <a:solidFill>
                        <a:srgbClr val="E3EAF6"/>
                      </a:solidFill>
                      <a:prstDash val="solid"/>
                      <a:round/>
                      <a:headEnd type="none" w="med" len="med"/>
                      <a:tailEnd type="none" w="med" len="med"/>
                    </a:lnL>
                    <a:lnR w="9525" cap="flat" cmpd="sng" algn="ctr">
                      <a:solidFill>
                        <a:srgbClr val="E3EAF6"/>
                      </a:solidFill>
                      <a:prstDash val="solid"/>
                      <a:round/>
                      <a:headEnd type="none" w="med" len="med"/>
                      <a:tailEnd type="none" w="med" len="med"/>
                    </a:lnR>
                    <a:lnT w="9525" cap="flat" cmpd="sng" algn="ctr">
                      <a:solidFill>
                        <a:srgbClr val="E3EAF6"/>
                      </a:solidFill>
                      <a:prstDash val="solid"/>
                      <a:round/>
                      <a:headEnd type="none" w="med" len="med"/>
                      <a:tailEnd type="none" w="med" len="med"/>
                    </a:lnT>
                    <a:lnB w="9525" cap="flat" cmpd="sng" algn="ctr">
                      <a:solidFill>
                        <a:srgbClr val="E3EAF6"/>
                      </a:solidFill>
                      <a:prstDash val="solid"/>
                      <a:round/>
                      <a:headEnd type="none" w="med" len="med"/>
                      <a:tailEnd type="none" w="med" len="med"/>
                    </a:lnB>
                    <a:solidFill>
                      <a:srgbClr val="E4EDFB"/>
                    </a:solidFill>
                  </a:tcPr>
                </a:tc>
                <a:tc>
                  <a:txBody>
                    <a:bodyPr/>
                    <a:lstStyle/>
                    <a:p>
                      <a:pPr marL="0" indent="0" algn="l">
                        <a:buNone/>
                      </a:pPr>
                      <a:r>
                        <a:rPr lang="en-US" sz="1050" dirty="0">
                          <a:solidFill>
                            <a:srgbClr val="193EB0"/>
                          </a:solidFill>
                          <a:latin typeface="Arial" pitchFamily="34" charset="0"/>
                          <a:ea typeface="Arial" pitchFamily="34" charset="-122"/>
                          <a:cs typeface="Arial" pitchFamily="34" charset="-120"/>
                        </a:rPr>
                        <a:t>Best accuracy — deployed</a:t>
                      </a:r>
                      <a:endParaRPr lang="en-US" sz="1050" dirty="0">
                        <a:latin typeface="Arial" charset="0"/>
                        <a:ea typeface="Arial" charset="0"/>
                        <a:cs typeface="Arial" charset="0"/>
                      </a:endParaRPr>
                    </a:p>
                  </a:txBody>
                  <a:tcPr anchor="ctr">
                    <a:lnL w="9525" cap="flat" cmpd="sng" algn="ctr">
                      <a:solidFill>
                        <a:srgbClr val="E3EAF6"/>
                      </a:solidFill>
                      <a:prstDash val="solid"/>
                      <a:round/>
                      <a:headEnd type="none" w="med" len="med"/>
                      <a:tailEnd type="none" w="med" len="med"/>
                    </a:lnL>
                    <a:lnR w="9525" cap="flat" cmpd="sng" algn="ctr">
                      <a:solidFill>
                        <a:srgbClr val="E3EAF6"/>
                      </a:solidFill>
                      <a:prstDash val="solid"/>
                      <a:round/>
                      <a:headEnd type="none" w="med" len="med"/>
                      <a:tailEnd type="none" w="med" len="med"/>
                    </a:lnR>
                    <a:lnT w="9525" cap="flat" cmpd="sng" algn="ctr">
                      <a:solidFill>
                        <a:srgbClr val="E3EAF6"/>
                      </a:solidFill>
                      <a:prstDash val="solid"/>
                      <a:round/>
                      <a:headEnd type="none" w="med" len="med"/>
                      <a:tailEnd type="none" w="med" len="med"/>
                    </a:lnT>
                    <a:lnB w="9525" cap="flat" cmpd="sng" algn="ctr">
                      <a:solidFill>
                        <a:srgbClr val="E3EAF6"/>
                      </a:solidFill>
                      <a:prstDash val="solid"/>
                      <a:round/>
                      <a:headEnd type="none" w="med" len="med"/>
                      <a:tailEnd type="none" w="med" len="med"/>
                    </a:lnB>
                    <a:solidFill>
                      <a:srgbClr val="E4EDFB"/>
                    </a:solidFill>
                  </a:tcPr>
                </a:tc>
                <a:extLst>
                  <a:ext uri="{0D108BD9-81ED-4DB2-BD59-A6C34878D82A}">
                    <a16:rowId xmlns:a16="http://schemas.microsoft.com/office/drawing/2014/main" val="10004"/>
                  </a:ext>
                </a:extLst>
              </a:tr>
            </a:tbl>
          </a:graphicData>
        </a:graphic>
      </p:graphicFrame>
      <p:graphicFrame>
        <p:nvGraphicFramePr>
          <p:cNvPr id="7" name="Chart 0"/>
          <p:cNvGraphicFramePr/>
          <p:nvPr>
            <p:extLst>
              <p:ext uri="{D42A27DB-BD31-4B8C-83A1-F6EECF244321}">
                <p14:modId xmlns:p14="http://schemas.microsoft.com/office/powerpoint/2010/main" val="2680276134"/>
              </p:ext>
            </p:extLst>
          </p:nvPr>
        </p:nvGraphicFramePr>
        <p:xfrm>
          <a:off x="7909560" y="1344877"/>
          <a:ext cx="4094761" cy="2950372"/>
        </p:xfrm>
        <a:graphic>
          <a:graphicData uri="http://schemas.openxmlformats.org/drawingml/2006/chart">
            <c:chart xmlns:c="http://schemas.openxmlformats.org/drawingml/2006/chart" xmlns:r="http://schemas.openxmlformats.org/officeDocument/2006/relationships" r:id="rId3"/>
          </a:graphicData>
        </a:graphic>
      </p:graphicFrame>
      <p:sp>
        <p:nvSpPr>
          <p:cNvPr id="8" name="Shape 4"/>
          <p:cNvSpPr/>
          <p:nvPr/>
        </p:nvSpPr>
        <p:spPr>
          <a:xfrm>
            <a:off x="457200" y="4343400"/>
            <a:ext cx="11274552" cy="1417320"/>
          </a:xfrm>
          <a:prstGeom prst="roundRect">
            <a:avLst>
              <a:gd name="adj" fmla="val 5161"/>
            </a:avLst>
          </a:prstGeom>
          <a:solidFill>
            <a:srgbClr val="193EB0"/>
          </a:solidFill>
          <a:ln/>
        </p:spPr>
        <p:txBody>
          <a:bodyPr/>
          <a:lstStyle/>
          <a:p>
            <a:endParaRPr lang="en-US"/>
          </a:p>
        </p:txBody>
      </p:sp>
      <p:sp>
        <p:nvSpPr>
          <p:cNvPr id="9" name="Text 5"/>
          <p:cNvSpPr txBox="1"/>
          <p:nvPr/>
        </p:nvSpPr>
        <p:spPr>
          <a:xfrm>
            <a:off x="731520" y="4507992"/>
            <a:ext cx="3657600" cy="274320"/>
          </a:xfrm>
          <a:prstGeom prst="rect">
            <a:avLst/>
          </a:prstGeom>
          <a:noFill/>
          <a:ln/>
        </p:spPr>
        <p:txBody>
          <a:bodyPr wrap="square" lIns="0" tIns="0" rIns="0" bIns="0" rtlCol="0" anchor="ctr"/>
          <a:lstStyle/>
          <a:p>
            <a:pPr marL="0" indent="0">
              <a:buNone/>
            </a:pPr>
            <a:r>
              <a:rPr lang="en-US" sz="1600" b="1" kern="0" spc="150" dirty="0">
                <a:solidFill>
                  <a:schemeClr val="bg1"/>
                </a:solidFill>
                <a:latin typeface="Arial" pitchFamily="34" charset="0"/>
                <a:ea typeface="Arial" pitchFamily="34" charset="-122"/>
                <a:cs typeface="Arial" pitchFamily="34" charset="-120"/>
              </a:rPr>
              <a:t>KEY TAKEAWAY</a:t>
            </a:r>
            <a:endParaRPr lang="en-US" sz="1600" dirty="0">
              <a:solidFill>
                <a:schemeClr val="bg1"/>
              </a:solidFill>
            </a:endParaRPr>
          </a:p>
        </p:txBody>
      </p:sp>
      <p:sp>
        <p:nvSpPr>
          <p:cNvPr id="10" name="Text 6"/>
          <p:cNvSpPr txBox="1"/>
          <p:nvPr/>
        </p:nvSpPr>
        <p:spPr>
          <a:xfrm>
            <a:off x="731520" y="4782312"/>
            <a:ext cx="10698480" cy="868680"/>
          </a:xfrm>
          <a:prstGeom prst="rect">
            <a:avLst/>
          </a:prstGeom>
          <a:noFill/>
          <a:ln/>
        </p:spPr>
        <p:txBody>
          <a:bodyPr wrap="square" lIns="0" tIns="0" rIns="0" bIns="0" rtlCol="0" anchor="ctr"/>
          <a:lstStyle/>
          <a:p>
            <a:pPr marL="0" indent="0">
              <a:lnSpc>
                <a:spcPct val="125000"/>
              </a:lnSpc>
              <a:buNone/>
            </a:pPr>
            <a:r>
              <a:rPr lang="en-US" sz="1250" dirty="0">
                <a:solidFill>
                  <a:srgbClr val="FFFFFF"/>
                </a:solidFill>
                <a:latin typeface="Arial" pitchFamily="34" charset="0"/>
                <a:ea typeface="Arial" pitchFamily="34" charset="-122"/>
                <a:cs typeface="Arial" pitchFamily="34" charset="-120"/>
              </a:rPr>
              <a:t>XGBoost clears the 0.90 target with R² = 0.9594 and a mean error of about 242 vehicles per hour — roughly 7% of the dataset's average volume. It is the model we deployed to production.</a:t>
            </a:r>
            <a:endParaRPr lang="en-US" sz="1250" dirty="0"/>
          </a:p>
        </p:txBody>
      </p:sp>
      <p:sp>
        <p:nvSpPr>
          <p:cNvPr id="6" name="Text 8"/>
          <p:cNvSpPr txBox="1"/>
          <p:nvPr/>
        </p:nvSpPr>
        <p:spPr>
          <a:xfrm>
            <a:off x="11274552" y="6547104"/>
            <a:ext cx="457200" cy="237744"/>
          </a:xfrm>
          <a:prstGeom prst="rect">
            <a:avLst/>
          </a:prstGeom>
          <a:noFill/>
          <a:ln/>
        </p:spPr>
        <p:txBody>
          <a:bodyPr wrap="square" rtlCol="0" anchor="ctr"/>
          <a:lstStyle/>
          <a:p>
            <a:pPr marL="0" indent="0" algn="r">
              <a:buNone/>
            </a:pPr>
            <a:r>
              <a:rPr lang="en-US" sz="850" dirty="0">
                <a:solidFill>
                  <a:srgbClr val="BFBFBF"/>
                </a:solidFill>
                <a:latin typeface="Arial" pitchFamily="34" charset="0"/>
                <a:ea typeface="Arial" pitchFamily="34" charset="-122"/>
                <a:cs typeface="Arial" pitchFamily="34" charset="-120"/>
              </a:rPr>
              <a:t>11</a:t>
            </a:r>
            <a:endParaRPr lang="en-US" sz="850" dirty="0"/>
          </a:p>
        </p:txBody>
      </p:sp>
      <p:sp>
        <p:nvSpPr>
          <p:cNvPr id="14" name="Text 28">
            <a:extLst>
              <a:ext uri="{FF2B5EF4-FFF2-40B4-BE49-F238E27FC236}">
                <a16:creationId xmlns:a16="http://schemas.microsoft.com/office/drawing/2014/main" id="{B43B8F09-65A5-403C-9136-FE723F018DE4}"/>
              </a:ext>
            </a:extLst>
          </p:cNvPr>
          <p:cNvSpPr txBox="1"/>
          <p:nvPr/>
        </p:nvSpPr>
        <p:spPr>
          <a:xfrm>
            <a:off x="310896" y="6375291"/>
            <a:ext cx="5486400" cy="237744"/>
          </a:xfrm>
          <a:prstGeom prst="rect">
            <a:avLst/>
          </a:prstGeom>
          <a:noFill/>
          <a:ln/>
        </p:spPr>
        <p:txBody>
          <a:bodyPr wrap="square" rtlCol="0" anchor="ctr"/>
          <a:lstStyle/>
          <a:p>
            <a:pPr>
              <a:lnSpc>
                <a:spcPts val="1560"/>
              </a:lnSpc>
            </a:pPr>
            <a:r>
              <a:rPr lang="en-US" sz="900" dirty="0">
                <a:solidFill>
                  <a:srgbClr val="7F7F7F"/>
                </a:solidFill>
                <a:latin typeface="Arial MT Pro"/>
                <a:ea typeface="Arial MT Pro"/>
                <a:cs typeface="Arial MT Pro"/>
                <a:sym typeface="Arial MT Pro"/>
              </a:rPr>
              <a:t>Samsung Innovation Campus</a:t>
            </a:r>
          </a:p>
        </p:txBody>
      </p:sp>
      <p:sp>
        <p:nvSpPr>
          <p:cNvPr id="16" name="AutoShape 4">
            <a:extLst>
              <a:ext uri="{FF2B5EF4-FFF2-40B4-BE49-F238E27FC236}">
                <a16:creationId xmlns:a16="http://schemas.microsoft.com/office/drawing/2014/main" id="{D4DFD2DF-66E5-CC32-3F0A-41059EA67BBE}"/>
              </a:ext>
            </a:extLst>
          </p:cNvPr>
          <p:cNvSpPr/>
          <p:nvPr/>
        </p:nvSpPr>
        <p:spPr>
          <a:xfrm rot="3727" flipV="1">
            <a:off x="457203" y="6207894"/>
            <a:ext cx="10360146" cy="11912"/>
          </a:xfrm>
          <a:prstGeom prst="line">
            <a:avLst/>
          </a:prstGeom>
          <a:ln w="9525" cap="rnd">
            <a:solidFill>
              <a:srgbClr val="BFBFBF"/>
            </a:solidFill>
            <a:prstDash val="solid"/>
            <a:headEnd type="none" w="sm" len="sm"/>
            <a:tailEnd type="none" w="sm" len="sm"/>
          </a:ln>
        </p:spPr>
        <p:txBody>
          <a:bodyPr/>
          <a:lstStyle/>
          <a:p>
            <a:endParaRPr lang="en-US" dirty="0"/>
          </a:p>
        </p:txBody>
      </p:sp>
      <p:grpSp>
        <p:nvGrpSpPr>
          <p:cNvPr id="17" name="Group 2">
            <a:extLst>
              <a:ext uri="{FF2B5EF4-FFF2-40B4-BE49-F238E27FC236}">
                <a16:creationId xmlns:a16="http://schemas.microsoft.com/office/drawing/2014/main" id="{D25BA17F-A7A2-40F4-D535-18F8C77F4564}"/>
              </a:ext>
            </a:extLst>
          </p:cNvPr>
          <p:cNvGrpSpPr/>
          <p:nvPr/>
        </p:nvGrpSpPr>
        <p:grpSpPr>
          <a:xfrm>
            <a:off x="-1" y="-1"/>
            <a:ext cx="12192001" cy="1046527"/>
            <a:chOff x="0" y="0"/>
            <a:chExt cx="13203767" cy="2760717"/>
          </a:xfrm>
        </p:grpSpPr>
        <p:sp>
          <p:nvSpPr>
            <p:cNvPr id="18" name="Freeform 3">
              <a:extLst>
                <a:ext uri="{FF2B5EF4-FFF2-40B4-BE49-F238E27FC236}">
                  <a16:creationId xmlns:a16="http://schemas.microsoft.com/office/drawing/2014/main" id="{3A0BFF84-0065-D5C8-5A0F-F434D54496D9}"/>
                </a:ext>
              </a:extLst>
            </p:cNvPr>
            <p:cNvSpPr/>
            <p:nvPr/>
          </p:nvSpPr>
          <p:spPr>
            <a:xfrm>
              <a:off x="0" y="0"/>
              <a:ext cx="13203810" cy="2760726"/>
            </a:xfrm>
            <a:custGeom>
              <a:avLst/>
              <a:gdLst/>
              <a:ahLst/>
              <a:cxnLst/>
              <a:rect l="l" t="t" r="r" b="b"/>
              <a:pathLst>
                <a:path w="13203810" h="2760726">
                  <a:moveTo>
                    <a:pt x="0" y="0"/>
                  </a:moveTo>
                  <a:lnTo>
                    <a:pt x="13203810" y="0"/>
                  </a:lnTo>
                  <a:lnTo>
                    <a:pt x="13203810" y="2760726"/>
                  </a:lnTo>
                  <a:lnTo>
                    <a:pt x="0" y="2760726"/>
                  </a:lnTo>
                  <a:close/>
                </a:path>
              </a:pathLst>
            </a:custGeom>
            <a:solidFill>
              <a:srgbClr val="193EB0"/>
            </a:solidFill>
          </p:spPr>
          <p:txBody>
            <a:bodyPr/>
            <a:lstStyle/>
            <a:p>
              <a:endParaRPr lang="en-US" dirty="0"/>
            </a:p>
          </p:txBody>
        </p:sp>
      </p:grpSp>
      <p:sp>
        <p:nvSpPr>
          <p:cNvPr id="4" name="Text 2"/>
          <p:cNvSpPr txBox="1"/>
          <p:nvPr/>
        </p:nvSpPr>
        <p:spPr>
          <a:xfrm>
            <a:off x="4455668" y="384757"/>
            <a:ext cx="7315200" cy="274320"/>
          </a:xfrm>
          <a:prstGeom prst="rect">
            <a:avLst/>
          </a:prstGeom>
          <a:noFill/>
          <a:ln/>
        </p:spPr>
        <p:txBody>
          <a:bodyPr wrap="square" rtlCol="0" anchor="ctr"/>
          <a:lstStyle/>
          <a:p>
            <a:pPr marL="0" indent="0">
              <a:buNone/>
            </a:pPr>
            <a:r>
              <a:rPr lang="en-US" sz="3600" b="1" kern="0" spc="200" dirty="0">
                <a:solidFill>
                  <a:schemeClr val="bg1"/>
                </a:solidFill>
                <a:latin typeface="Arial" pitchFamily="34" charset="0"/>
                <a:ea typeface="Arial" pitchFamily="34" charset="-122"/>
                <a:cs typeface="Arial" pitchFamily="34" charset="-120"/>
              </a:rPr>
              <a:t>RESULTS</a:t>
            </a:r>
            <a:endParaRPr lang="en-US" sz="1100" dirty="0">
              <a:solidFill>
                <a:schemeClr val="bg1"/>
              </a:solidFill>
            </a:endParaRPr>
          </a:p>
        </p:txBody>
      </p:sp>
    </p:spTree>
  </p:cSld>
  <p:clrMapOvr>
    <a:masterClrMapping/>
  </p:clrMapOvr>
  <mc:AlternateContent xmlns:mc="http://schemas.openxmlformats.org/markup-compatibility/2006">
    <mc:Choice xmlns:p159="http://schemas.microsoft.com/office/powerpoint/2015/09/main" Requires="p159">
      <p:transition xmlns:p14="http://schemas.microsoft.com/office/powerpoint/2010/main" spd="slow" p14:dur="2000">
        <p159:morph option="byObject"/>
      </p:transition>
    </mc:Choice>
    <mc:Fallback>
      <p:transition spd="slow">
        <p:fade/>
      </p:transition>
    </mc:Fallback>
  </mc:AlternateContent>
</p:sld>
</file>

<file path=ppt/slides/slide13.xml><?xml version="1.0" encoding="utf-8"?>
<p:sld xmlns:a="http://schemas.openxmlformats.org/drawingml/2006/main" xmlns:r="http://schemas.openxmlformats.org/officeDocument/2006/relationships" xmlns:p="http://schemas.openxmlformats.org/presentationml/2006/main">
  <p:cSld name="Slide 12">
    <p:bg>
      <p:bgPr>
        <a:solidFill>
          <a:srgbClr val="FFFFFF"/>
        </a:solidFill>
        <a:effectLst/>
      </p:bgPr>
    </p:bg>
    <p:spTree>
      <p:nvGrpSpPr>
        <p:cNvPr id="1" name=""/>
        <p:cNvGrpSpPr/>
        <p:nvPr/>
      </p:nvGrpSpPr>
      <p:grpSpPr>
        <a:xfrm>
          <a:off x="0" y="0"/>
          <a:ext cx="0" cy="0"/>
          <a:chOff x="0" y="0"/>
          <a:chExt cx="0" cy="0"/>
        </a:xfrm>
      </p:grpSpPr>
      <p:grpSp>
        <p:nvGrpSpPr>
          <p:cNvPr id="28" name="Group 2">
            <a:extLst>
              <a:ext uri="{FF2B5EF4-FFF2-40B4-BE49-F238E27FC236}">
                <a16:creationId xmlns:a16="http://schemas.microsoft.com/office/drawing/2014/main" id="{33DCF2E1-BBDD-29E9-DDF4-0FE1949D08C8}"/>
              </a:ext>
            </a:extLst>
          </p:cNvPr>
          <p:cNvGrpSpPr/>
          <p:nvPr/>
        </p:nvGrpSpPr>
        <p:grpSpPr>
          <a:xfrm>
            <a:off x="-1" y="-1"/>
            <a:ext cx="12192001" cy="1046527"/>
            <a:chOff x="0" y="0"/>
            <a:chExt cx="13203767" cy="2760717"/>
          </a:xfrm>
        </p:grpSpPr>
        <p:sp>
          <p:nvSpPr>
            <p:cNvPr id="29" name="Freeform 3">
              <a:extLst>
                <a:ext uri="{FF2B5EF4-FFF2-40B4-BE49-F238E27FC236}">
                  <a16:creationId xmlns:a16="http://schemas.microsoft.com/office/drawing/2014/main" id="{322DFEE7-7E66-4385-5ECC-01981C426B6B}"/>
                </a:ext>
              </a:extLst>
            </p:cNvPr>
            <p:cNvSpPr/>
            <p:nvPr/>
          </p:nvSpPr>
          <p:spPr>
            <a:xfrm>
              <a:off x="0" y="0"/>
              <a:ext cx="13203810" cy="2760726"/>
            </a:xfrm>
            <a:custGeom>
              <a:avLst/>
              <a:gdLst/>
              <a:ahLst/>
              <a:cxnLst/>
              <a:rect l="l" t="t" r="r" b="b"/>
              <a:pathLst>
                <a:path w="13203810" h="2760726">
                  <a:moveTo>
                    <a:pt x="0" y="0"/>
                  </a:moveTo>
                  <a:lnTo>
                    <a:pt x="13203810" y="0"/>
                  </a:lnTo>
                  <a:lnTo>
                    <a:pt x="13203810" y="2760726"/>
                  </a:lnTo>
                  <a:lnTo>
                    <a:pt x="0" y="2760726"/>
                  </a:lnTo>
                  <a:close/>
                </a:path>
              </a:pathLst>
            </a:custGeom>
            <a:solidFill>
              <a:srgbClr val="193EB0"/>
            </a:solidFill>
          </p:spPr>
          <p:txBody>
            <a:bodyPr/>
            <a:lstStyle/>
            <a:p>
              <a:endParaRPr lang="en-US" dirty="0"/>
            </a:p>
          </p:txBody>
        </p:sp>
      </p:grpSp>
      <p:sp>
        <p:nvSpPr>
          <p:cNvPr id="4" name="Text 2"/>
          <p:cNvSpPr txBox="1"/>
          <p:nvPr/>
        </p:nvSpPr>
        <p:spPr>
          <a:xfrm>
            <a:off x="3502153" y="435435"/>
            <a:ext cx="7315200" cy="274320"/>
          </a:xfrm>
          <a:prstGeom prst="rect">
            <a:avLst/>
          </a:prstGeom>
          <a:noFill/>
          <a:ln/>
        </p:spPr>
        <p:txBody>
          <a:bodyPr wrap="square" rtlCol="0" anchor="ctr"/>
          <a:lstStyle/>
          <a:p>
            <a:pPr marL="0" indent="0">
              <a:buNone/>
            </a:pPr>
            <a:r>
              <a:rPr lang="en-US" sz="3600" b="1" kern="0" spc="200" dirty="0">
                <a:solidFill>
                  <a:schemeClr val="bg1"/>
                </a:solidFill>
                <a:latin typeface="Arial" pitchFamily="34" charset="0"/>
                <a:ea typeface="Arial" pitchFamily="34" charset="-122"/>
                <a:cs typeface="Arial" pitchFamily="34" charset="-120"/>
              </a:rPr>
              <a:t>EXPLAINABILITY</a:t>
            </a:r>
            <a:endParaRPr lang="en-US" sz="3600" dirty="0">
              <a:solidFill>
                <a:schemeClr val="bg1"/>
              </a:solidFill>
            </a:endParaRPr>
          </a:p>
        </p:txBody>
      </p:sp>
      <p:sp>
        <p:nvSpPr>
          <p:cNvPr id="5" name="Text 3"/>
          <p:cNvSpPr txBox="1"/>
          <p:nvPr/>
        </p:nvSpPr>
        <p:spPr>
          <a:xfrm>
            <a:off x="457200" y="1065276"/>
            <a:ext cx="11274552" cy="566928"/>
          </a:xfrm>
          <a:prstGeom prst="rect">
            <a:avLst/>
          </a:prstGeom>
          <a:noFill/>
          <a:ln/>
        </p:spPr>
        <p:txBody>
          <a:bodyPr wrap="square" rtlCol="0" anchor="ctr"/>
          <a:lstStyle/>
          <a:p>
            <a:pPr marL="0" indent="0">
              <a:buNone/>
            </a:pPr>
            <a:r>
              <a:rPr lang="en-US" sz="2700" b="1" dirty="0">
                <a:solidFill>
                  <a:srgbClr val="1C1C1C"/>
                </a:solidFill>
                <a:latin typeface="Arial" pitchFamily="34" charset="0"/>
                <a:ea typeface="Arial" pitchFamily="34" charset="-122"/>
                <a:cs typeface="Arial" pitchFamily="34" charset="-120"/>
              </a:rPr>
              <a:t>Feature Importance &amp; Model Explainability</a:t>
            </a:r>
            <a:endParaRPr lang="en-US" sz="2700" dirty="0"/>
          </a:p>
        </p:txBody>
      </p:sp>
      <p:sp>
        <p:nvSpPr>
          <p:cNvPr id="7" name="Shape 4"/>
          <p:cNvSpPr/>
          <p:nvPr/>
        </p:nvSpPr>
        <p:spPr>
          <a:xfrm>
            <a:off x="7543800" y="1600200"/>
            <a:ext cx="4187952" cy="1389888"/>
          </a:xfrm>
          <a:prstGeom prst="roundRect">
            <a:avLst>
              <a:gd name="adj" fmla="val 4225"/>
            </a:avLst>
          </a:prstGeom>
          <a:ln/>
        </p:spPr>
        <p:style>
          <a:lnRef idx="2">
            <a:schemeClr val="dk1"/>
          </a:lnRef>
          <a:fillRef idx="1">
            <a:schemeClr val="lt1"/>
          </a:fillRef>
          <a:effectRef idx="0">
            <a:schemeClr val="dk1"/>
          </a:effectRef>
          <a:fontRef idx="minor">
            <a:schemeClr val="dk1"/>
          </a:fontRef>
        </p:style>
        <p:txBody>
          <a:bodyPr/>
          <a:lstStyle/>
          <a:p>
            <a:endParaRPr lang="en-US"/>
          </a:p>
        </p:txBody>
      </p:sp>
      <p:sp>
        <p:nvSpPr>
          <p:cNvPr id="8" name="Text 5"/>
          <p:cNvSpPr txBox="1"/>
          <p:nvPr/>
        </p:nvSpPr>
        <p:spPr>
          <a:xfrm>
            <a:off x="7772400" y="1715000"/>
            <a:ext cx="3749040" cy="256032"/>
          </a:xfrm>
          <a:prstGeom prst="rect">
            <a:avLst/>
          </a:prstGeom>
          <a:noFill/>
          <a:ln/>
        </p:spPr>
        <p:txBody>
          <a:bodyPr wrap="square" lIns="0" tIns="0" rIns="0" bIns="0" rtlCol="0" anchor="ctr"/>
          <a:lstStyle/>
          <a:p>
            <a:pPr marL="0" indent="0" algn="ctr">
              <a:buNone/>
            </a:pPr>
            <a:r>
              <a:rPr lang="en-US" b="1" dirty="0">
                <a:solidFill>
                  <a:srgbClr val="193EB0"/>
                </a:solidFill>
                <a:latin typeface="Arial" pitchFamily="34" charset="0"/>
                <a:ea typeface="Arial" pitchFamily="34" charset="-122"/>
                <a:cs typeface="Arial" pitchFamily="34" charset="-120"/>
              </a:rPr>
              <a:t>Time Dominates</a:t>
            </a:r>
            <a:endParaRPr lang="en-US" dirty="0"/>
          </a:p>
        </p:txBody>
      </p:sp>
      <p:sp>
        <p:nvSpPr>
          <p:cNvPr id="9" name="Text 6"/>
          <p:cNvSpPr txBox="1"/>
          <p:nvPr/>
        </p:nvSpPr>
        <p:spPr>
          <a:xfrm>
            <a:off x="7552944" y="2052926"/>
            <a:ext cx="4187952" cy="822960"/>
          </a:xfrm>
          <a:prstGeom prst="rect">
            <a:avLst/>
          </a:prstGeom>
          <a:noFill/>
          <a:ln/>
        </p:spPr>
        <p:txBody>
          <a:bodyPr wrap="square" lIns="0" tIns="0" rIns="0" bIns="0" rtlCol="0" anchor="ctr"/>
          <a:lstStyle/>
          <a:p>
            <a:pPr marL="0" indent="0" algn="ctr">
              <a:lnSpc>
                <a:spcPct val="120000"/>
              </a:lnSpc>
              <a:buNone/>
            </a:pPr>
            <a:r>
              <a:rPr lang="en-US" sz="1400" b="1" dirty="0">
                <a:latin typeface="Arial" pitchFamily="34" charset="0"/>
                <a:ea typeface="Arial" pitchFamily="34" charset="-122"/>
                <a:cs typeface="Arial" pitchFamily="34" charset="-120"/>
              </a:rPr>
              <a:t>hour_cos and hour_sin together account for the large majority of model importance — the twin-peak commute rhythm is the single strongest signal.</a:t>
            </a:r>
            <a:endParaRPr lang="en-US" sz="1400" b="1" dirty="0"/>
          </a:p>
        </p:txBody>
      </p:sp>
      <p:sp>
        <p:nvSpPr>
          <p:cNvPr id="10" name="Shape 7"/>
          <p:cNvSpPr/>
          <p:nvPr/>
        </p:nvSpPr>
        <p:spPr>
          <a:xfrm>
            <a:off x="7543800" y="3108960"/>
            <a:ext cx="4187952" cy="1298448"/>
          </a:xfrm>
          <a:prstGeom prst="roundRect">
            <a:avLst>
              <a:gd name="adj" fmla="val 4225"/>
            </a:avLst>
          </a:prstGeom>
          <a:ln/>
        </p:spPr>
        <p:style>
          <a:lnRef idx="2">
            <a:schemeClr val="dk1"/>
          </a:lnRef>
          <a:fillRef idx="1">
            <a:schemeClr val="lt1"/>
          </a:fillRef>
          <a:effectRef idx="0">
            <a:schemeClr val="dk1"/>
          </a:effectRef>
          <a:fontRef idx="minor">
            <a:schemeClr val="dk1"/>
          </a:fontRef>
        </p:style>
        <p:txBody>
          <a:bodyPr/>
          <a:lstStyle/>
          <a:p>
            <a:endParaRPr lang="en-US"/>
          </a:p>
        </p:txBody>
      </p:sp>
      <p:sp>
        <p:nvSpPr>
          <p:cNvPr id="11" name="Text 8"/>
          <p:cNvSpPr txBox="1"/>
          <p:nvPr/>
        </p:nvSpPr>
        <p:spPr>
          <a:xfrm>
            <a:off x="7772400" y="3218688"/>
            <a:ext cx="3749040" cy="256032"/>
          </a:xfrm>
          <a:prstGeom prst="rect">
            <a:avLst/>
          </a:prstGeom>
          <a:noFill/>
          <a:ln/>
        </p:spPr>
        <p:txBody>
          <a:bodyPr wrap="square" lIns="0" tIns="0" rIns="0" bIns="0" rtlCol="0" anchor="ctr"/>
          <a:lstStyle/>
          <a:p>
            <a:pPr marL="0" indent="0" algn="ctr">
              <a:buNone/>
            </a:pPr>
            <a:r>
              <a:rPr lang="en-US" b="1" dirty="0">
                <a:solidFill>
                  <a:srgbClr val="193EB0"/>
                </a:solidFill>
                <a:latin typeface="Arial" pitchFamily="34" charset="0"/>
                <a:ea typeface="Arial" pitchFamily="34" charset="-122"/>
                <a:cs typeface="Arial" pitchFamily="34" charset="-120"/>
              </a:rPr>
              <a:t>Calendar Effects</a:t>
            </a:r>
            <a:endParaRPr lang="en-US" dirty="0"/>
          </a:p>
        </p:txBody>
      </p:sp>
      <p:sp>
        <p:nvSpPr>
          <p:cNvPr id="12" name="Text 9"/>
          <p:cNvSpPr txBox="1"/>
          <p:nvPr/>
        </p:nvSpPr>
        <p:spPr>
          <a:xfrm>
            <a:off x="7772400" y="3511296"/>
            <a:ext cx="3749040" cy="822960"/>
          </a:xfrm>
          <a:prstGeom prst="rect">
            <a:avLst/>
          </a:prstGeom>
          <a:noFill/>
          <a:ln/>
        </p:spPr>
        <p:txBody>
          <a:bodyPr wrap="square" lIns="0" tIns="0" rIns="0" bIns="0" rtlCol="0" anchor="ctr"/>
          <a:lstStyle/>
          <a:p>
            <a:pPr marL="0" indent="0" algn="ctr">
              <a:lnSpc>
                <a:spcPct val="120000"/>
              </a:lnSpc>
              <a:buNone/>
            </a:pPr>
            <a:r>
              <a:rPr lang="en-US" sz="1400" b="1" dirty="0">
                <a:latin typeface="Arial" pitchFamily="34" charset="0"/>
                <a:ea typeface="Arial" pitchFamily="34" charset="-122"/>
                <a:cs typeface="Arial" pitchFamily="34" charset="-120"/>
              </a:rPr>
              <a:t>is_weekend ranks a clear third, confirming the 26% weekday/weekend gap seen in the EDA.</a:t>
            </a:r>
            <a:endParaRPr lang="en-US" sz="1400" b="1" dirty="0"/>
          </a:p>
        </p:txBody>
      </p:sp>
      <p:sp>
        <p:nvSpPr>
          <p:cNvPr id="13" name="Shape 10"/>
          <p:cNvSpPr/>
          <p:nvPr/>
        </p:nvSpPr>
        <p:spPr>
          <a:xfrm>
            <a:off x="7543800" y="4526280"/>
            <a:ext cx="4187952" cy="1298448"/>
          </a:xfrm>
          <a:prstGeom prst="roundRect">
            <a:avLst>
              <a:gd name="adj" fmla="val 4225"/>
            </a:avLst>
          </a:prstGeom>
          <a:ln/>
        </p:spPr>
        <p:style>
          <a:lnRef idx="2">
            <a:schemeClr val="dk1"/>
          </a:lnRef>
          <a:fillRef idx="1">
            <a:schemeClr val="lt1"/>
          </a:fillRef>
          <a:effectRef idx="0">
            <a:schemeClr val="dk1"/>
          </a:effectRef>
          <a:fontRef idx="minor">
            <a:schemeClr val="dk1"/>
          </a:fontRef>
        </p:style>
        <p:txBody>
          <a:bodyPr/>
          <a:lstStyle/>
          <a:p>
            <a:endParaRPr lang="en-US"/>
          </a:p>
        </p:txBody>
      </p:sp>
      <p:sp>
        <p:nvSpPr>
          <p:cNvPr id="14" name="Text 11"/>
          <p:cNvSpPr txBox="1"/>
          <p:nvPr/>
        </p:nvSpPr>
        <p:spPr>
          <a:xfrm>
            <a:off x="7772400" y="4636008"/>
            <a:ext cx="3749040" cy="256032"/>
          </a:xfrm>
          <a:prstGeom prst="rect">
            <a:avLst/>
          </a:prstGeom>
          <a:noFill/>
          <a:ln/>
        </p:spPr>
        <p:txBody>
          <a:bodyPr wrap="square" lIns="0" tIns="0" rIns="0" bIns="0" rtlCol="0" anchor="ctr"/>
          <a:lstStyle/>
          <a:p>
            <a:pPr marL="0" indent="0" algn="ctr">
              <a:buNone/>
            </a:pPr>
            <a:r>
              <a:rPr lang="en-US" b="1" dirty="0">
                <a:solidFill>
                  <a:srgbClr val="193EB0"/>
                </a:solidFill>
                <a:latin typeface="Arial" pitchFamily="34" charset="0"/>
                <a:ea typeface="Arial" pitchFamily="34" charset="-122"/>
                <a:cs typeface="Arial" pitchFamily="34" charset="-120"/>
              </a:rPr>
              <a:t>Weather Is a Modifier</a:t>
            </a:r>
            <a:endParaRPr lang="en-US" dirty="0"/>
          </a:p>
        </p:txBody>
      </p:sp>
      <p:sp>
        <p:nvSpPr>
          <p:cNvPr id="15" name="Text 12"/>
          <p:cNvSpPr txBox="1"/>
          <p:nvPr/>
        </p:nvSpPr>
        <p:spPr>
          <a:xfrm>
            <a:off x="7772400" y="4928616"/>
            <a:ext cx="3749040" cy="822960"/>
          </a:xfrm>
          <a:prstGeom prst="rect">
            <a:avLst/>
          </a:prstGeom>
          <a:noFill/>
          <a:ln/>
        </p:spPr>
        <p:txBody>
          <a:bodyPr wrap="square" lIns="0" tIns="0" rIns="0" bIns="0" rtlCol="0" anchor="ctr"/>
          <a:lstStyle/>
          <a:p>
            <a:pPr marL="0" indent="0" algn="ctr">
              <a:lnSpc>
                <a:spcPct val="120000"/>
              </a:lnSpc>
              <a:buNone/>
            </a:pPr>
            <a:r>
              <a:rPr lang="en-US" sz="1400" b="1" dirty="0">
                <a:latin typeface="Arial" pitchFamily="34" charset="0"/>
                <a:ea typeface="Arial" pitchFamily="34" charset="-122"/>
                <a:cs typeface="Arial" pitchFamily="34" charset="-120"/>
              </a:rPr>
              <a:t>temp and is_holiday sit far lower — they nudge the forecast, they do not drive it.</a:t>
            </a:r>
            <a:endParaRPr lang="en-US" sz="1400" b="1" dirty="0"/>
          </a:p>
        </p:txBody>
      </p:sp>
      <p:sp>
        <p:nvSpPr>
          <p:cNvPr id="17" name="Text 14"/>
          <p:cNvSpPr txBox="1"/>
          <p:nvPr/>
        </p:nvSpPr>
        <p:spPr>
          <a:xfrm>
            <a:off x="11274552" y="6547104"/>
            <a:ext cx="457200" cy="237744"/>
          </a:xfrm>
          <a:prstGeom prst="rect">
            <a:avLst/>
          </a:prstGeom>
          <a:noFill/>
          <a:ln/>
        </p:spPr>
        <p:txBody>
          <a:bodyPr wrap="square" rtlCol="0" anchor="ctr"/>
          <a:lstStyle/>
          <a:p>
            <a:pPr marL="0" indent="0" algn="r">
              <a:buNone/>
            </a:pPr>
            <a:r>
              <a:rPr lang="en-US" sz="850" dirty="0">
                <a:solidFill>
                  <a:srgbClr val="BFBFBF"/>
                </a:solidFill>
                <a:latin typeface="Arial" pitchFamily="34" charset="0"/>
                <a:ea typeface="Arial" pitchFamily="34" charset="-122"/>
                <a:cs typeface="Arial" pitchFamily="34" charset="-120"/>
              </a:rPr>
              <a:t>12</a:t>
            </a:r>
            <a:endParaRPr lang="en-US" sz="850" dirty="0"/>
          </a:p>
        </p:txBody>
      </p:sp>
      <p:sp>
        <p:nvSpPr>
          <p:cNvPr id="19" name="Text 28">
            <a:extLst>
              <a:ext uri="{FF2B5EF4-FFF2-40B4-BE49-F238E27FC236}">
                <a16:creationId xmlns:a16="http://schemas.microsoft.com/office/drawing/2014/main" id="{7E10F62B-EAC8-3DB8-6127-755D4B67BBFC}"/>
              </a:ext>
            </a:extLst>
          </p:cNvPr>
          <p:cNvSpPr txBox="1"/>
          <p:nvPr/>
        </p:nvSpPr>
        <p:spPr>
          <a:xfrm>
            <a:off x="310896" y="6375291"/>
            <a:ext cx="5486400" cy="237744"/>
          </a:xfrm>
          <a:prstGeom prst="rect">
            <a:avLst/>
          </a:prstGeom>
          <a:noFill/>
          <a:ln/>
        </p:spPr>
        <p:txBody>
          <a:bodyPr wrap="square" rtlCol="0" anchor="ctr"/>
          <a:lstStyle/>
          <a:p>
            <a:pPr>
              <a:lnSpc>
                <a:spcPts val="1560"/>
              </a:lnSpc>
            </a:pPr>
            <a:r>
              <a:rPr lang="en-US" sz="900" dirty="0">
                <a:solidFill>
                  <a:srgbClr val="7F7F7F"/>
                </a:solidFill>
                <a:latin typeface="Arial MT Pro"/>
                <a:ea typeface="Arial MT Pro"/>
                <a:cs typeface="Arial MT Pro"/>
                <a:sym typeface="Arial MT Pro"/>
              </a:rPr>
              <a:t>Samsung Innovation Campus</a:t>
            </a:r>
          </a:p>
        </p:txBody>
      </p:sp>
      <p:sp>
        <p:nvSpPr>
          <p:cNvPr id="21" name="AutoShape 4">
            <a:extLst>
              <a:ext uri="{FF2B5EF4-FFF2-40B4-BE49-F238E27FC236}">
                <a16:creationId xmlns:a16="http://schemas.microsoft.com/office/drawing/2014/main" id="{C296E657-4A66-B2E6-280A-88DDD0828557}"/>
              </a:ext>
            </a:extLst>
          </p:cNvPr>
          <p:cNvSpPr/>
          <p:nvPr/>
        </p:nvSpPr>
        <p:spPr>
          <a:xfrm rot="3727" flipV="1">
            <a:off x="457203" y="6207894"/>
            <a:ext cx="10360146" cy="11912"/>
          </a:xfrm>
          <a:prstGeom prst="line">
            <a:avLst/>
          </a:prstGeom>
          <a:ln w="9525" cap="rnd">
            <a:solidFill>
              <a:srgbClr val="BFBFBF"/>
            </a:solidFill>
            <a:prstDash val="solid"/>
            <a:headEnd type="none" w="sm" len="sm"/>
            <a:tailEnd type="none" w="sm" len="sm"/>
          </a:ln>
        </p:spPr>
        <p:txBody>
          <a:bodyPr/>
          <a:lstStyle/>
          <a:p>
            <a:endParaRPr lang="en-US" dirty="0"/>
          </a:p>
        </p:txBody>
      </p:sp>
      <p:graphicFrame>
        <p:nvGraphicFramePr>
          <p:cNvPr id="6" name="Chart 0"/>
          <p:cNvGraphicFramePr/>
          <p:nvPr/>
        </p:nvGraphicFramePr>
        <p:xfrm>
          <a:off x="457200" y="1600200"/>
          <a:ext cx="6858000" cy="4297680"/>
        </p:xfrm>
        <a:graphic>
          <a:graphicData uri="http://schemas.openxmlformats.org/drawingml/2006/chart">
            <c:chart xmlns:c="http://schemas.openxmlformats.org/drawingml/2006/chart" xmlns:r="http://schemas.openxmlformats.org/officeDocument/2006/relationships" r:id="rId3"/>
          </a:graphicData>
        </a:graphic>
      </p:graphicFrame>
    </p:spTree>
  </p:cSld>
  <p:clrMapOvr>
    <a:masterClrMapping/>
  </p:clrMapOvr>
  <mc:AlternateContent xmlns:mc="http://schemas.openxmlformats.org/markup-compatibility/2006">
    <mc:Choice xmlns:p159="http://schemas.microsoft.com/office/powerpoint/2015/09/main" Requires="p159">
      <p:transition xmlns:p14="http://schemas.microsoft.com/office/powerpoint/2010/main" spd="slow" p14:dur="2000">
        <p159:morph option="byObject"/>
      </p:transition>
    </mc:Choice>
    <mc:Fallback>
      <p:transition spd="slow">
        <p:fade/>
      </p:transition>
    </mc:Fallback>
  </mc:AlternateContent>
</p:sld>
</file>

<file path=ppt/slides/slide14.xml><?xml version="1.0" encoding="utf-8"?>
<p:sld xmlns:a="http://schemas.openxmlformats.org/drawingml/2006/main" xmlns:r="http://schemas.openxmlformats.org/officeDocument/2006/relationships" xmlns:p="http://schemas.openxmlformats.org/presentationml/2006/main">
  <p:cSld name="Slide 13">
    <p:bg>
      <p:bgPr>
        <a:solidFill>
          <a:srgbClr val="FFFFFF"/>
        </a:solidFill>
        <a:effectLst/>
      </p:bgPr>
    </p:bg>
    <p:spTree>
      <p:nvGrpSpPr>
        <p:cNvPr id="1" name=""/>
        <p:cNvGrpSpPr/>
        <p:nvPr/>
      </p:nvGrpSpPr>
      <p:grpSpPr>
        <a:xfrm>
          <a:off x="0" y="0"/>
          <a:ext cx="0" cy="0"/>
          <a:chOff x="0" y="0"/>
          <a:chExt cx="0" cy="0"/>
        </a:xfrm>
      </p:grpSpPr>
      <p:sp>
        <p:nvSpPr>
          <p:cNvPr id="5" name="Text 3"/>
          <p:cNvSpPr txBox="1"/>
          <p:nvPr/>
        </p:nvSpPr>
        <p:spPr>
          <a:xfrm>
            <a:off x="452628" y="1073961"/>
            <a:ext cx="11274552" cy="566928"/>
          </a:xfrm>
          <a:prstGeom prst="rect">
            <a:avLst/>
          </a:prstGeom>
          <a:noFill/>
          <a:ln/>
        </p:spPr>
        <p:txBody>
          <a:bodyPr wrap="square" rtlCol="0" anchor="ctr"/>
          <a:lstStyle/>
          <a:p>
            <a:pPr marL="0" indent="0">
              <a:buNone/>
            </a:pPr>
            <a:r>
              <a:rPr lang="en-US" sz="2700" b="1" dirty="0">
                <a:solidFill>
                  <a:srgbClr val="1C1C1C"/>
                </a:solidFill>
                <a:latin typeface="Arial" pitchFamily="34" charset="0"/>
                <a:ea typeface="Arial" pitchFamily="34" charset="-122"/>
                <a:cs typeface="Arial" pitchFamily="34" charset="-120"/>
              </a:rPr>
              <a:t>Production Architecture</a:t>
            </a:r>
            <a:endParaRPr lang="en-US" sz="2700" dirty="0"/>
          </a:p>
        </p:txBody>
      </p:sp>
      <p:sp>
        <p:nvSpPr>
          <p:cNvPr id="6" name="Shape 4"/>
          <p:cNvSpPr/>
          <p:nvPr/>
        </p:nvSpPr>
        <p:spPr>
          <a:xfrm>
            <a:off x="685800" y="2016252"/>
            <a:ext cx="10360152" cy="777240"/>
          </a:xfrm>
          <a:prstGeom prst="roundRect">
            <a:avLst>
              <a:gd name="adj" fmla="val 8235"/>
            </a:avLst>
          </a:prstGeom>
          <a:ln/>
        </p:spPr>
        <p:style>
          <a:lnRef idx="2">
            <a:schemeClr val="dk1"/>
          </a:lnRef>
          <a:fillRef idx="1">
            <a:schemeClr val="lt1"/>
          </a:fillRef>
          <a:effectRef idx="0">
            <a:schemeClr val="dk1"/>
          </a:effectRef>
          <a:fontRef idx="minor">
            <a:schemeClr val="dk1"/>
          </a:fontRef>
        </p:style>
        <p:txBody>
          <a:bodyPr/>
          <a:lstStyle/>
          <a:p>
            <a:endParaRPr lang="en-US"/>
          </a:p>
        </p:txBody>
      </p:sp>
      <p:sp>
        <p:nvSpPr>
          <p:cNvPr id="7" name="Text 5"/>
          <p:cNvSpPr txBox="1"/>
          <p:nvPr/>
        </p:nvSpPr>
        <p:spPr>
          <a:xfrm>
            <a:off x="4312920" y="1682266"/>
            <a:ext cx="9902952" cy="292608"/>
          </a:xfrm>
          <a:prstGeom prst="rect">
            <a:avLst/>
          </a:prstGeom>
          <a:noFill/>
          <a:ln/>
        </p:spPr>
        <p:txBody>
          <a:bodyPr wrap="square" lIns="0" tIns="0" rIns="0" bIns="0" rtlCol="0" anchor="ctr"/>
          <a:lstStyle/>
          <a:p>
            <a:pPr marL="0" indent="0">
              <a:buNone/>
            </a:pPr>
            <a:r>
              <a:rPr lang="en-US" b="1" dirty="0">
                <a:solidFill>
                  <a:srgbClr val="1C1C1C"/>
                </a:solidFill>
                <a:latin typeface="Arial" pitchFamily="34" charset="0"/>
                <a:ea typeface="Arial" pitchFamily="34" charset="-122"/>
                <a:cs typeface="Arial" pitchFamily="34" charset="-120"/>
              </a:rPr>
              <a:t>Frontend Dashboard</a:t>
            </a:r>
            <a:endParaRPr lang="en-US" dirty="0"/>
          </a:p>
        </p:txBody>
      </p:sp>
      <p:sp>
        <p:nvSpPr>
          <p:cNvPr id="8" name="Text 6"/>
          <p:cNvSpPr txBox="1"/>
          <p:nvPr/>
        </p:nvSpPr>
        <p:spPr>
          <a:xfrm>
            <a:off x="1965960" y="2215467"/>
            <a:ext cx="9902952" cy="320040"/>
          </a:xfrm>
          <a:prstGeom prst="rect">
            <a:avLst/>
          </a:prstGeom>
          <a:noFill/>
          <a:ln/>
        </p:spPr>
        <p:txBody>
          <a:bodyPr wrap="square" lIns="0" tIns="0" rIns="0" bIns="0" rtlCol="0" anchor="ctr"/>
          <a:lstStyle/>
          <a:p>
            <a:pPr marL="0" indent="0">
              <a:lnSpc>
                <a:spcPct val="115000"/>
              </a:lnSpc>
              <a:buNone/>
            </a:pPr>
            <a:r>
              <a:rPr lang="en-US" sz="1600" b="1" dirty="0">
                <a:solidFill>
                  <a:srgbClr val="193EB0"/>
                </a:solidFill>
                <a:latin typeface="Arial" pitchFamily="34" charset="0"/>
                <a:ea typeface="Arial" pitchFamily="34" charset="-122"/>
                <a:cs typeface="Arial" pitchFamily="34" charset="-120"/>
              </a:rPr>
              <a:t>HTML / CSS / JavaScript · interactive simulator · live weather integration</a:t>
            </a:r>
            <a:endParaRPr lang="en-US" sz="1600" b="1" dirty="0">
              <a:solidFill>
                <a:srgbClr val="193EB0"/>
              </a:solidFill>
            </a:endParaRPr>
          </a:p>
        </p:txBody>
      </p:sp>
      <p:sp>
        <p:nvSpPr>
          <p:cNvPr id="9" name="Shape 7"/>
          <p:cNvSpPr/>
          <p:nvPr/>
        </p:nvSpPr>
        <p:spPr>
          <a:xfrm>
            <a:off x="701040" y="3145536"/>
            <a:ext cx="10360152" cy="1051560"/>
          </a:xfrm>
          <a:prstGeom prst="roundRect">
            <a:avLst>
              <a:gd name="adj" fmla="val 6087"/>
            </a:avLst>
          </a:prstGeom>
          <a:solidFill>
            <a:srgbClr val="193EB0"/>
          </a:solidFill>
          <a:ln w="12700">
            <a:solidFill>
              <a:srgbClr val="193EB0"/>
            </a:solidFill>
            <a:prstDash val="solid"/>
          </a:ln>
        </p:spPr>
        <p:txBody>
          <a:bodyPr/>
          <a:lstStyle/>
          <a:p>
            <a:endParaRPr lang="en-US" dirty="0"/>
          </a:p>
        </p:txBody>
      </p:sp>
      <p:sp>
        <p:nvSpPr>
          <p:cNvPr id="10" name="Text 8"/>
          <p:cNvSpPr txBox="1"/>
          <p:nvPr/>
        </p:nvSpPr>
        <p:spPr>
          <a:xfrm>
            <a:off x="4228592" y="2838988"/>
            <a:ext cx="9902952" cy="292608"/>
          </a:xfrm>
          <a:prstGeom prst="rect">
            <a:avLst/>
          </a:prstGeom>
          <a:noFill/>
          <a:ln/>
        </p:spPr>
        <p:txBody>
          <a:bodyPr wrap="square" lIns="0" tIns="0" rIns="0" bIns="0" rtlCol="0" anchor="ctr"/>
          <a:lstStyle/>
          <a:p>
            <a:pPr marL="0" indent="0">
              <a:buNone/>
            </a:pPr>
            <a:r>
              <a:rPr lang="en-US" b="1" dirty="0">
                <a:latin typeface="Arial" pitchFamily="34" charset="0"/>
                <a:ea typeface="Arial" pitchFamily="34" charset="-122"/>
                <a:cs typeface="Arial" pitchFamily="34" charset="-120"/>
              </a:rPr>
              <a:t>FastAPI Backend (Python)</a:t>
            </a:r>
            <a:endParaRPr lang="en-US" dirty="0"/>
          </a:p>
        </p:txBody>
      </p:sp>
      <p:sp>
        <p:nvSpPr>
          <p:cNvPr id="11" name="Text 9"/>
          <p:cNvSpPr txBox="1"/>
          <p:nvPr/>
        </p:nvSpPr>
        <p:spPr>
          <a:xfrm>
            <a:off x="836676" y="3282696"/>
            <a:ext cx="9902952" cy="594360"/>
          </a:xfrm>
          <a:prstGeom prst="rect">
            <a:avLst/>
          </a:prstGeom>
          <a:noFill/>
          <a:ln/>
        </p:spPr>
        <p:txBody>
          <a:bodyPr wrap="square" lIns="0" tIns="0" rIns="0" bIns="0" rtlCol="0" anchor="ctr"/>
          <a:lstStyle/>
          <a:p>
            <a:pPr marL="0" indent="0" algn="ctr">
              <a:lnSpc>
                <a:spcPct val="115000"/>
              </a:lnSpc>
              <a:buNone/>
            </a:pPr>
            <a:r>
              <a:rPr lang="en-US" sz="1600" b="1" dirty="0">
                <a:solidFill>
                  <a:schemeClr val="bg1"/>
                </a:solidFill>
                <a:latin typeface="Arial" pitchFamily="34" charset="0"/>
                <a:ea typeface="Arial" pitchFamily="34" charset="-122"/>
                <a:cs typeface="Arial" pitchFamily="34" charset="-120"/>
              </a:rPr>
              <a:t>POST /predict — batch forecasting    GET /health — monitoring     static file serving</a:t>
            </a:r>
            <a:endParaRPr lang="en-US" sz="1600" b="1" dirty="0">
              <a:solidFill>
                <a:schemeClr val="bg1"/>
              </a:solidFill>
            </a:endParaRPr>
          </a:p>
        </p:txBody>
      </p:sp>
      <p:sp>
        <p:nvSpPr>
          <p:cNvPr id="12" name="Shape 10"/>
          <p:cNvSpPr/>
          <p:nvPr/>
        </p:nvSpPr>
        <p:spPr>
          <a:xfrm>
            <a:off x="701040" y="4343400"/>
            <a:ext cx="4572000" cy="868680"/>
          </a:xfrm>
          <a:prstGeom prst="roundRect">
            <a:avLst>
              <a:gd name="adj" fmla="val 7368"/>
            </a:avLst>
          </a:prstGeom>
          <a:ln/>
        </p:spPr>
        <p:style>
          <a:lnRef idx="2">
            <a:schemeClr val="dk1"/>
          </a:lnRef>
          <a:fillRef idx="1">
            <a:schemeClr val="lt1"/>
          </a:fillRef>
          <a:effectRef idx="0">
            <a:schemeClr val="dk1"/>
          </a:effectRef>
          <a:fontRef idx="minor">
            <a:schemeClr val="dk1"/>
          </a:fontRef>
        </p:style>
        <p:txBody>
          <a:bodyPr/>
          <a:lstStyle/>
          <a:p>
            <a:endParaRPr lang="en-US"/>
          </a:p>
        </p:txBody>
      </p:sp>
      <p:sp>
        <p:nvSpPr>
          <p:cNvPr id="13" name="Text 11"/>
          <p:cNvSpPr txBox="1"/>
          <p:nvPr/>
        </p:nvSpPr>
        <p:spPr>
          <a:xfrm>
            <a:off x="844296" y="4453128"/>
            <a:ext cx="4572000" cy="292608"/>
          </a:xfrm>
          <a:prstGeom prst="rect">
            <a:avLst/>
          </a:prstGeom>
          <a:noFill/>
          <a:ln/>
        </p:spPr>
        <p:txBody>
          <a:bodyPr wrap="square" lIns="0" tIns="0" rIns="0" bIns="0" rtlCol="0" anchor="ctr"/>
          <a:lstStyle/>
          <a:p>
            <a:pPr marL="0" indent="0">
              <a:buNone/>
            </a:pPr>
            <a:r>
              <a:rPr lang="en-US" sz="1600" b="1" dirty="0">
                <a:solidFill>
                  <a:srgbClr val="1C1C1C"/>
                </a:solidFill>
                <a:latin typeface="Arial" pitchFamily="34" charset="0"/>
                <a:ea typeface="Arial" pitchFamily="34" charset="-122"/>
                <a:cs typeface="Arial" pitchFamily="34" charset="-120"/>
              </a:rPr>
              <a:t>WeatherAPI (External)</a:t>
            </a:r>
            <a:endParaRPr lang="en-US" sz="1600" dirty="0"/>
          </a:p>
        </p:txBody>
      </p:sp>
      <p:sp>
        <p:nvSpPr>
          <p:cNvPr id="14" name="Text 12"/>
          <p:cNvSpPr txBox="1"/>
          <p:nvPr/>
        </p:nvSpPr>
        <p:spPr>
          <a:xfrm>
            <a:off x="844296" y="4764254"/>
            <a:ext cx="4572000" cy="411480"/>
          </a:xfrm>
          <a:prstGeom prst="rect">
            <a:avLst/>
          </a:prstGeom>
          <a:noFill/>
          <a:ln/>
        </p:spPr>
        <p:txBody>
          <a:bodyPr wrap="square" lIns="0" tIns="0" rIns="0" bIns="0" rtlCol="0" anchor="ctr"/>
          <a:lstStyle/>
          <a:p>
            <a:pPr marL="0" indent="0">
              <a:lnSpc>
                <a:spcPct val="115000"/>
              </a:lnSpc>
              <a:buNone/>
            </a:pPr>
            <a:r>
              <a:rPr lang="en-US" sz="1200" b="1" dirty="0">
                <a:solidFill>
                  <a:srgbClr val="7F7F7F"/>
                </a:solidFill>
                <a:latin typeface="Arial" pitchFamily="34" charset="0"/>
                <a:ea typeface="Arial" pitchFamily="34" charset="-122"/>
                <a:cs typeface="Arial" pitchFamily="34" charset="-120"/>
              </a:rPr>
              <a:t>Live weather conditions for forecast context</a:t>
            </a:r>
            <a:endParaRPr lang="en-US" sz="1200" b="1" dirty="0"/>
          </a:p>
        </p:txBody>
      </p:sp>
      <p:sp>
        <p:nvSpPr>
          <p:cNvPr id="15" name="Shape 13"/>
          <p:cNvSpPr/>
          <p:nvPr/>
        </p:nvSpPr>
        <p:spPr>
          <a:xfrm>
            <a:off x="6473952" y="4343400"/>
            <a:ext cx="4572000" cy="868680"/>
          </a:xfrm>
          <a:prstGeom prst="roundRect">
            <a:avLst>
              <a:gd name="adj" fmla="val 7368"/>
            </a:avLst>
          </a:prstGeom>
          <a:ln/>
        </p:spPr>
        <p:style>
          <a:lnRef idx="2">
            <a:schemeClr val="dk1"/>
          </a:lnRef>
          <a:fillRef idx="1">
            <a:schemeClr val="lt1"/>
          </a:fillRef>
          <a:effectRef idx="0">
            <a:schemeClr val="dk1"/>
          </a:effectRef>
          <a:fontRef idx="minor">
            <a:schemeClr val="dk1"/>
          </a:fontRef>
        </p:style>
        <p:txBody>
          <a:bodyPr/>
          <a:lstStyle/>
          <a:p>
            <a:endParaRPr lang="en-US"/>
          </a:p>
        </p:txBody>
      </p:sp>
      <p:sp>
        <p:nvSpPr>
          <p:cNvPr id="16" name="Text 14"/>
          <p:cNvSpPr txBox="1"/>
          <p:nvPr/>
        </p:nvSpPr>
        <p:spPr>
          <a:xfrm>
            <a:off x="6617208" y="4436872"/>
            <a:ext cx="4572000" cy="292608"/>
          </a:xfrm>
          <a:prstGeom prst="rect">
            <a:avLst/>
          </a:prstGeom>
          <a:noFill/>
          <a:ln/>
        </p:spPr>
        <p:txBody>
          <a:bodyPr wrap="square" lIns="0" tIns="0" rIns="0" bIns="0" rtlCol="0" anchor="ctr"/>
          <a:lstStyle/>
          <a:p>
            <a:pPr marL="0" indent="0">
              <a:buNone/>
            </a:pPr>
            <a:r>
              <a:rPr lang="en-US" sz="1600" b="1" dirty="0">
                <a:solidFill>
                  <a:srgbClr val="1C1C1C"/>
                </a:solidFill>
                <a:latin typeface="Arial" pitchFamily="34" charset="0"/>
                <a:ea typeface="Arial" pitchFamily="34" charset="-122"/>
                <a:cs typeface="Arial" pitchFamily="34" charset="-120"/>
              </a:rPr>
              <a:t>XGBoost Model Store</a:t>
            </a:r>
            <a:endParaRPr lang="en-US" sz="1600" dirty="0"/>
          </a:p>
        </p:txBody>
      </p:sp>
      <p:sp>
        <p:nvSpPr>
          <p:cNvPr id="17" name="Text 15"/>
          <p:cNvSpPr txBox="1"/>
          <p:nvPr/>
        </p:nvSpPr>
        <p:spPr>
          <a:xfrm>
            <a:off x="6617208" y="4690987"/>
            <a:ext cx="4572000" cy="411480"/>
          </a:xfrm>
          <a:prstGeom prst="rect">
            <a:avLst/>
          </a:prstGeom>
          <a:noFill/>
          <a:ln/>
        </p:spPr>
        <p:txBody>
          <a:bodyPr wrap="square" lIns="0" tIns="0" rIns="0" bIns="0" rtlCol="0" anchor="ctr"/>
          <a:lstStyle/>
          <a:p>
            <a:pPr marL="0" indent="0">
              <a:lnSpc>
                <a:spcPct val="115000"/>
              </a:lnSpc>
              <a:buNone/>
            </a:pPr>
            <a:r>
              <a:rPr lang="en-US" sz="1200" b="1" dirty="0">
                <a:solidFill>
                  <a:srgbClr val="7F7F7F"/>
                </a:solidFill>
                <a:latin typeface="Arial" pitchFamily="34" charset="0"/>
                <a:ea typeface="Arial" pitchFamily="34" charset="-122"/>
                <a:cs typeface="Arial" pitchFamily="34" charset="-120"/>
              </a:rPr>
              <a:t>Local joblib artifact · R² = 0.9594</a:t>
            </a:r>
            <a:endParaRPr lang="en-US" sz="1200" b="1" dirty="0"/>
          </a:p>
        </p:txBody>
      </p:sp>
      <p:sp>
        <p:nvSpPr>
          <p:cNvPr id="18" name="Text 16"/>
          <p:cNvSpPr txBox="1"/>
          <p:nvPr/>
        </p:nvSpPr>
        <p:spPr>
          <a:xfrm>
            <a:off x="5362956" y="2456995"/>
            <a:ext cx="548640" cy="320040"/>
          </a:xfrm>
          <a:prstGeom prst="rect">
            <a:avLst/>
          </a:prstGeom>
          <a:noFill/>
          <a:ln/>
        </p:spPr>
        <p:txBody>
          <a:bodyPr wrap="square" lIns="0" tIns="0" rIns="0" bIns="0" rtlCol="0" anchor="ctr"/>
          <a:lstStyle/>
          <a:p>
            <a:pPr marL="0" indent="0" algn="ctr">
              <a:buNone/>
            </a:pPr>
            <a:r>
              <a:rPr lang="en-US" sz="1600" dirty="0">
                <a:latin typeface="Arial" pitchFamily="34" charset="0"/>
                <a:ea typeface="Arial" pitchFamily="34" charset="-122"/>
                <a:cs typeface="Arial" pitchFamily="34" charset="-120"/>
              </a:rPr>
              <a:t>↓</a:t>
            </a:r>
            <a:endParaRPr lang="en-US" sz="1600" dirty="0"/>
          </a:p>
        </p:txBody>
      </p:sp>
      <p:sp>
        <p:nvSpPr>
          <p:cNvPr id="19" name="Text 17"/>
          <p:cNvSpPr txBox="1"/>
          <p:nvPr/>
        </p:nvSpPr>
        <p:spPr>
          <a:xfrm>
            <a:off x="5513832" y="4287520"/>
            <a:ext cx="548640" cy="320040"/>
          </a:xfrm>
          <a:prstGeom prst="rect">
            <a:avLst/>
          </a:prstGeom>
          <a:noFill/>
          <a:ln/>
        </p:spPr>
        <p:txBody>
          <a:bodyPr wrap="square" lIns="0" tIns="0" rIns="0" bIns="0" rtlCol="0" anchor="ctr"/>
          <a:lstStyle/>
          <a:p>
            <a:pPr marL="0" indent="0" algn="ctr">
              <a:buNone/>
            </a:pPr>
            <a:r>
              <a:rPr lang="en-US" sz="1600" dirty="0">
                <a:latin typeface="Arial" pitchFamily="34" charset="0"/>
                <a:ea typeface="Arial" pitchFamily="34" charset="-122"/>
                <a:cs typeface="Arial" pitchFamily="34" charset="-120"/>
              </a:rPr>
              <a:t>↓</a:t>
            </a:r>
            <a:endParaRPr lang="en-US" sz="1600" dirty="0"/>
          </a:p>
        </p:txBody>
      </p:sp>
      <p:sp>
        <p:nvSpPr>
          <p:cNvPr id="20" name="Shape 18"/>
          <p:cNvSpPr/>
          <p:nvPr/>
        </p:nvSpPr>
        <p:spPr>
          <a:xfrm>
            <a:off x="701040" y="5274286"/>
            <a:ext cx="10344912" cy="822960"/>
          </a:xfrm>
          <a:prstGeom prst="roundRect">
            <a:avLst>
              <a:gd name="adj" fmla="val 8889"/>
            </a:avLst>
          </a:prstGeom>
          <a:solidFill>
            <a:srgbClr val="0E2258"/>
          </a:solidFill>
          <a:ln w="12700">
            <a:solidFill>
              <a:srgbClr val="0E2258"/>
            </a:solidFill>
            <a:prstDash val="solid"/>
          </a:ln>
        </p:spPr>
        <p:txBody>
          <a:bodyPr/>
          <a:lstStyle/>
          <a:p>
            <a:endParaRPr lang="en-US" dirty="0"/>
          </a:p>
        </p:txBody>
      </p:sp>
      <p:sp>
        <p:nvSpPr>
          <p:cNvPr id="21" name="Text 19"/>
          <p:cNvSpPr txBox="1"/>
          <p:nvPr/>
        </p:nvSpPr>
        <p:spPr>
          <a:xfrm>
            <a:off x="4265676" y="5413248"/>
            <a:ext cx="2743200" cy="237744"/>
          </a:xfrm>
          <a:prstGeom prst="rect">
            <a:avLst/>
          </a:prstGeom>
          <a:noFill/>
          <a:ln/>
        </p:spPr>
        <p:txBody>
          <a:bodyPr wrap="square" lIns="0" tIns="0" rIns="0" bIns="0" rtlCol="0" anchor="ctr"/>
          <a:lstStyle/>
          <a:p>
            <a:pPr marL="0" indent="0">
              <a:buNone/>
            </a:pPr>
            <a:r>
              <a:rPr lang="en-US" b="1" kern="0" spc="120" dirty="0">
                <a:solidFill>
                  <a:schemeClr val="bg1"/>
                </a:solidFill>
                <a:latin typeface="Arial" pitchFamily="34" charset="0"/>
                <a:ea typeface="Arial" pitchFamily="34" charset="-122"/>
                <a:cs typeface="Arial" pitchFamily="34" charset="-120"/>
              </a:rPr>
              <a:t>CLOUD DEPLOYMENT</a:t>
            </a:r>
            <a:endParaRPr lang="en-US" dirty="0">
              <a:solidFill>
                <a:schemeClr val="bg1"/>
              </a:solidFill>
            </a:endParaRPr>
          </a:p>
        </p:txBody>
      </p:sp>
      <p:sp>
        <p:nvSpPr>
          <p:cNvPr id="22" name="Text 20"/>
          <p:cNvSpPr txBox="1"/>
          <p:nvPr/>
        </p:nvSpPr>
        <p:spPr>
          <a:xfrm>
            <a:off x="1471676" y="5678539"/>
            <a:ext cx="9966960" cy="411480"/>
          </a:xfrm>
          <a:prstGeom prst="rect">
            <a:avLst/>
          </a:prstGeom>
          <a:noFill/>
          <a:ln/>
        </p:spPr>
        <p:txBody>
          <a:bodyPr wrap="square" lIns="0" tIns="0" rIns="0" bIns="0" rtlCol="0" anchor="ctr"/>
          <a:lstStyle/>
          <a:p>
            <a:pPr marL="0" indent="0">
              <a:buNone/>
            </a:pPr>
            <a:r>
              <a:rPr lang="en-US" sz="1200" b="1" dirty="0">
                <a:solidFill>
                  <a:srgbClr val="FFFFFF"/>
                </a:solidFill>
                <a:latin typeface="Arial" pitchFamily="34" charset="0"/>
                <a:ea typeface="Arial" pitchFamily="34" charset="-122"/>
                <a:cs typeface="Arial" pitchFamily="34" charset="-120"/>
              </a:rPr>
              <a:t>Railway (PaaS)  ·  Docker container  ·  Python 3.12  ·  pinned dependencies  ·  GitHub CI/CD  ·  auto-horizontal scaling</a:t>
            </a:r>
            <a:endParaRPr lang="en-US" sz="1200" b="1" dirty="0"/>
          </a:p>
        </p:txBody>
      </p:sp>
      <p:sp>
        <p:nvSpPr>
          <p:cNvPr id="24" name="Text 22"/>
          <p:cNvSpPr txBox="1"/>
          <p:nvPr/>
        </p:nvSpPr>
        <p:spPr>
          <a:xfrm>
            <a:off x="11274552" y="6547104"/>
            <a:ext cx="457200" cy="237744"/>
          </a:xfrm>
          <a:prstGeom prst="rect">
            <a:avLst/>
          </a:prstGeom>
          <a:noFill/>
          <a:ln/>
        </p:spPr>
        <p:txBody>
          <a:bodyPr wrap="square" rtlCol="0" anchor="ctr"/>
          <a:lstStyle/>
          <a:p>
            <a:pPr marL="0" indent="0" algn="r">
              <a:buNone/>
            </a:pPr>
            <a:r>
              <a:rPr lang="en-US" sz="850" dirty="0">
                <a:solidFill>
                  <a:srgbClr val="BFBFBF"/>
                </a:solidFill>
                <a:latin typeface="Arial" pitchFamily="34" charset="0"/>
                <a:ea typeface="Arial" pitchFamily="34" charset="-122"/>
                <a:cs typeface="Arial" pitchFamily="34" charset="-120"/>
              </a:rPr>
              <a:t>13</a:t>
            </a:r>
            <a:endParaRPr lang="en-US" sz="850" dirty="0"/>
          </a:p>
        </p:txBody>
      </p:sp>
      <p:sp>
        <p:nvSpPr>
          <p:cNvPr id="26" name="Text 28">
            <a:extLst>
              <a:ext uri="{FF2B5EF4-FFF2-40B4-BE49-F238E27FC236}">
                <a16:creationId xmlns:a16="http://schemas.microsoft.com/office/drawing/2014/main" id="{531C7232-7D41-37F0-DD58-17BE02C88903}"/>
              </a:ext>
            </a:extLst>
          </p:cNvPr>
          <p:cNvSpPr txBox="1"/>
          <p:nvPr/>
        </p:nvSpPr>
        <p:spPr>
          <a:xfrm>
            <a:off x="310896" y="6375291"/>
            <a:ext cx="5486400" cy="237744"/>
          </a:xfrm>
          <a:prstGeom prst="rect">
            <a:avLst/>
          </a:prstGeom>
          <a:noFill/>
          <a:ln/>
        </p:spPr>
        <p:txBody>
          <a:bodyPr wrap="square" rtlCol="0" anchor="ctr"/>
          <a:lstStyle/>
          <a:p>
            <a:pPr>
              <a:lnSpc>
                <a:spcPts val="1560"/>
              </a:lnSpc>
            </a:pPr>
            <a:r>
              <a:rPr lang="en-US" sz="900" dirty="0">
                <a:solidFill>
                  <a:srgbClr val="7F7F7F"/>
                </a:solidFill>
                <a:latin typeface="Arial MT Pro"/>
                <a:ea typeface="Arial MT Pro"/>
                <a:cs typeface="Arial MT Pro"/>
                <a:sym typeface="Arial MT Pro"/>
              </a:rPr>
              <a:t>Samsung Innovation Campus</a:t>
            </a:r>
          </a:p>
        </p:txBody>
      </p:sp>
      <p:sp>
        <p:nvSpPr>
          <p:cNvPr id="28" name="AutoShape 4">
            <a:extLst>
              <a:ext uri="{FF2B5EF4-FFF2-40B4-BE49-F238E27FC236}">
                <a16:creationId xmlns:a16="http://schemas.microsoft.com/office/drawing/2014/main" id="{E8F46250-71DA-9E2E-71E1-0B2DEE7619CD}"/>
              </a:ext>
            </a:extLst>
          </p:cNvPr>
          <p:cNvSpPr/>
          <p:nvPr/>
        </p:nvSpPr>
        <p:spPr>
          <a:xfrm rot="3727" flipV="1">
            <a:off x="457203" y="6207894"/>
            <a:ext cx="10360146" cy="11912"/>
          </a:xfrm>
          <a:prstGeom prst="line">
            <a:avLst/>
          </a:prstGeom>
          <a:ln w="9525" cap="rnd">
            <a:solidFill>
              <a:srgbClr val="BFBFBF"/>
            </a:solidFill>
            <a:prstDash val="solid"/>
            <a:headEnd type="none" w="sm" len="sm"/>
            <a:tailEnd type="none" w="sm" len="sm"/>
          </a:ln>
        </p:spPr>
        <p:txBody>
          <a:bodyPr/>
          <a:lstStyle/>
          <a:p>
            <a:endParaRPr lang="en-US" dirty="0"/>
          </a:p>
        </p:txBody>
      </p:sp>
      <p:grpSp>
        <p:nvGrpSpPr>
          <p:cNvPr id="29" name="Group 2">
            <a:extLst>
              <a:ext uri="{FF2B5EF4-FFF2-40B4-BE49-F238E27FC236}">
                <a16:creationId xmlns:a16="http://schemas.microsoft.com/office/drawing/2014/main" id="{92DF96A2-91A4-8215-D06B-C5B23441037A}"/>
              </a:ext>
            </a:extLst>
          </p:cNvPr>
          <p:cNvGrpSpPr/>
          <p:nvPr/>
        </p:nvGrpSpPr>
        <p:grpSpPr>
          <a:xfrm>
            <a:off x="-1" y="-1"/>
            <a:ext cx="12192001" cy="1046527"/>
            <a:chOff x="0" y="0"/>
            <a:chExt cx="13203767" cy="2760717"/>
          </a:xfrm>
        </p:grpSpPr>
        <p:sp>
          <p:nvSpPr>
            <p:cNvPr id="30" name="Freeform 3">
              <a:extLst>
                <a:ext uri="{FF2B5EF4-FFF2-40B4-BE49-F238E27FC236}">
                  <a16:creationId xmlns:a16="http://schemas.microsoft.com/office/drawing/2014/main" id="{D8F1ACFC-1163-C68D-675F-BA73DDA25D2D}"/>
                </a:ext>
              </a:extLst>
            </p:cNvPr>
            <p:cNvSpPr/>
            <p:nvPr/>
          </p:nvSpPr>
          <p:spPr>
            <a:xfrm>
              <a:off x="0" y="0"/>
              <a:ext cx="13203810" cy="2760726"/>
            </a:xfrm>
            <a:custGeom>
              <a:avLst/>
              <a:gdLst/>
              <a:ahLst/>
              <a:cxnLst/>
              <a:rect l="l" t="t" r="r" b="b"/>
              <a:pathLst>
                <a:path w="13203810" h="2760726">
                  <a:moveTo>
                    <a:pt x="0" y="0"/>
                  </a:moveTo>
                  <a:lnTo>
                    <a:pt x="13203810" y="0"/>
                  </a:lnTo>
                  <a:lnTo>
                    <a:pt x="13203810" y="2760726"/>
                  </a:lnTo>
                  <a:lnTo>
                    <a:pt x="0" y="2760726"/>
                  </a:lnTo>
                  <a:close/>
                </a:path>
              </a:pathLst>
            </a:custGeom>
            <a:solidFill>
              <a:srgbClr val="193EB0"/>
            </a:solidFill>
          </p:spPr>
          <p:txBody>
            <a:bodyPr/>
            <a:lstStyle/>
            <a:p>
              <a:endParaRPr lang="en-US" dirty="0"/>
            </a:p>
          </p:txBody>
        </p:sp>
      </p:grpSp>
      <p:sp>
        <p:nvSpPr>
          <p:cNvPr id="4" name="Text 2"/>
          <p:cNvSpPr txBox="1"/>
          <p:nvPr/>
        </p:nvSpPr>
        <p:spPr>
          <a:xfrm>
            <a:off x="3730752" y="354633"/>
            <a:ext cx="7315200" cy="274320"/>
          </a:xfrm>
          <a:prstGeom prst="rect">
            <a:avLst/>
          </a:prstGeom>
          <a:noFill/>
          <a:ln/>
        </p:spPr>
        <p:txBody>
          <a:bodyPr wrap="square" rtlCol="0" anchor="ctr"/>
          <a:lstStyle/>
          <a:p>
            <a:pPr marL="0" indent="0">
              <a:buNone/>
            </a:pPr>
            <a:r>
              <a:rPr lang="en-US" sz="3600" b="1" kern="0" spc="200" dirty="0">
                <a:solidFill>
                  <a:schemeClr val="bg1"/>
                </a:solidFill>
                <a:latin typeface="Arial" pitchFamily="34" charset="0"/>
                <a:ea typeface="Arial" pitchFamily="34" charset="-122"/>
                <a:cs typeface="Arial" pitchFamily="34" charset="-120"/>
              </a:rPr>
              <a:t>DEPLOYMENT</a:t>
            </a:r>
            <a:endParaRPr lang="en-US" sz="3600" dirty="0">
              <a:solidFill>
                <a:schemeClr val="bg1"/>
              </a:solidFill>
            </a:endParaRPr>
          </a:p>
        </p:txBody>
      </p:sp>
    </p:spTree>
  </p:cSld>
  <p:clrMapOvr>
    <a:masterClrMapping/>
  </p:clrMapOvr>
  <mc:AlternateContent xmlns:mc="http://schemas.openxmlformats.org/markup-compatibility/2006">
    <mc:Choice xmlns:p159="http://schemas.microsoft.com/office/powerpoint/2015/09/main" Requires="p159">
      <p:transition xmlns:p14="http://schemas.microsoft.com/office/powerpoint/2010/main" spd="slow" p14:dur="2000">
        <p159:morph option="byObject"/>
      </p:transition>
    </mc:Choice>
    <mc:Fallback>
      <p:transition spd="slow">
        <p:fade/>
      </p:transition>
    </mc:Fallback>
  </mc:AlternateContent>
</p:sld>
</file>

<file path=ppt/slides/slide15.xml><?xml version="1.0" encoding="utf-8"?>
<p:sld xmlns:a="http://schemas.openxmlformats.org/drawingml/2006/main" xmlns:r="http://schemas.openxmlformats.org/officeDocument/2006/relationships" xmlns:p="http://schemas.openxmlformats.org/presentationml/2006/main">
  <p:cSld name="Slide 14">
    <p:bg>
      <p:bgPr>
        <a:solidFill>
          <a:srgbClr val="FFFFFF"/>
        </a:solidFill>
        <a:effectLst/>
      </p:bgPr>
    </p:bg>
    <p:spTree>
      <p:nvGrpSpPr>
        <p:cNvPr id="1" name=""/>
        <p:cNvGrpSpPr/>
        <p:nvPr/>
      </p:nvGrpSpPr>
      <p:grpSpPr>
        <a:xfrm>
          <a:off x="0" y="0"/>
          <a:ext cx="0" cy="0"/>
          <a:chOff x="0" y="0"/>
          <a:chExt cx="0" cy="0"/>
        </a:xfrm>
      </p:grpSpPr>
      <p:pic>
        <p:nvPicPr>
          <p:cNvPr id="24" name="Picture 23">
            <a:extLst>
              <a:ext uri="{FF2B5EF4-FFF2-40B4-BE49-F238E27FC236}">
                <a16:creationId xmlns:a16="http://schemas.microsoft.com/office/drawing/2014/main" id="{A131A02B-56AD-F9F1-C97F-405B44F5285D}"/>
              </a:ext>
            </a:extLst>
          </p:cNvPr>
          <p:cNvPicPr>
            <a:picLocks noChangeAspect="1"/>
          </p:cNvPicPr>
          <p:nvPr/>
        </p:nvPicPr>
        <p:blipFill>
          <a:blip r:embed="rId3"/>
          <a:stretch>
            <a:fillRect/>
          </a:stretch>
        </p:blipFill>
        <p:spPr>
          <a:xfrm>
            <a:off x="0" y="-32184"/>
            <a:ext cx="12192000" cy="1047750"/>
          </a:xfrm>
          <a:prstGeom prst="rect">
            <a:avLst/>
          </a:prstGeom>
        </p:spPr>
      </p:pic>
      <p:sp>
        <p:nvSpPr>
          <p:cNvPr id="4" name="Text 2"/>
          <p:cNvSpPr txBox="1"/>
          <p:nvPr/>
        </p:nvSpPr>
        <p:spPr>
          <a:xfrm>
            <a:off x="3959352" y="358258"/>
            <a:ext cx="7315200" cy="274320"/>
          </a:xfrm>
          <a:prstGeom prst="rect">
            <a:avLst/>
          </a:prstGeom>
          <a:noFill/>
          <a:ln/>
        </p:spPr>
        <p:txBody>
          <a:bodyPr wrap="square" rtlCol="0" anchor="ctr"/>
          <a:lstStyle/>
          <a:p>
            <a:pPr marL="0" indent="0">
              <a:buNone/>
            </a:pPr>
            <a:r>
              <a:rPr lang="en-US" sz="3600" b="1" kern="0" spc="200" dirty="0">
                <a:solidFill>
                  <a:schemeClr val="bg1"/>
                </a:solidFill>
                <a:latin typeface="Arial" pitchFamily="34" charset="0"/>
                <a:ea typeface="Arial" pitchFamily="34" charset="-122"/>
                <a:cs typeface="Arial" pitchFamily="34" charset="-120"/>
              </a:rPr>
              <a:t>DEPLOYMENT</a:t>
            </a:r>
            <a:endParaRPr lang="en-US" sz="3600" dirty="0">
              <a:solidFill>
                <a:schemeClr val="bg1"/>
              </a:solidFill>
            </a:endParaRPr>
          </a:p>
        </p:txBody>
      </p:sp>
      <p:sp>
        <p:nvSpPr>
          <p:cNvPr id="5" name="Text 3"/>
          <p:cNvSpPr txBox="1"/>
          <p:nvPr/>
        </p:nvSpPr>
        <p:spPr>
          <a:xfrm>
            <a:off x="310896" y="1060704"/>
            <a:ext cx="11274552" cy="566928"/>
          </a:xfrm>
          <a:prstGeom prst="rect">
            <a:avLst/>
          </a:prstGeom>
          <a:noFill/>
          <a:ln/>
        </p:spPr>
        <p:txBody>
          <a:bodyPr wrap="square" rtlCol="0" anchor="ctr"/>
          <a:lstStyle/>
          <a:p>
            <a:pPr marL="0" indent="0">
              <a:buNone/>
            </a:pPr>
            <a:r>
              <a:rPr lang="en-US" sz="2700" b="1" dirty="0">
                <a:solidFill>
                  <a:srgbClr val="1C1C1C"/>
                </a:solidFill>
                <a:latin typeface="Arial" pitchFamily="34" charset="0"/>
                <a:ea typeface="Arial" pitchFamily="34" charset="-122"/>
                <a:cs typeface="Arial" pitchFamily="34" charset="-120"/>
              </a:rPr>
              <a:t>Live Demo &amp; API</a:t>
            </a:r>
            <a:endParaRPr lang="en-US" sz="2700" dirty="0"/>
          </a:p>
        </p:txBody>
      </p:sp>
      <p:sp>
        <p:nvSpPr>
          <p:cNvPr id="6" name="Text 4"/>
          <p:cNvSpPr txBox="1"/>
          <p:nvPr/>
        </p:nvSpPr>
        <p:spPr>
          <a:xfrm>
            <a:off x="457200" y="1600200"/>
            <a:ext cx="5486400" cy="256032"/>
          </a:xfrm>
          <a:prstGeom prst="rect">
            <a:avLst/>
          </a:prstGeom>
          <a:noFill/>
          <a:ln/>
        </p:spPr>
        <p:txBody>
          <a:bodyPr wrap="square" lIns="0" tIns="0" rIns="0" bIns="0" rtlCol="0" anchor="ctr"/>
          <a:lstStyle/>
          <a:p>
            <a:pPr marL="0" indent="0">
              <a:buNone/>
            </a:pPr>
            <a:r>
              <a:rPr lang="en-US" sz="1600" b="1" kern="0" spc="150" dirty="0">
                <a:solidFill>
                  <a:srgbClr val="193EB0"/>
                </a:solidFill>
                <a:latin typeface="Arial" pitchFamily="34" charset="0"/>
                <a:ea typeface="Arial" pitchFamily="34" charset="-122"/>
                <a:cs typeface="Arial" pitchFamily="34" charset="-120"/>
              </a:rPr>
              <a:t>TRY IT YOURSELF</a:t>
            </a:r>
            <a:endParaRPr lang="en-US" sz="1600" b="1" dirty="0"/>
          </a:p>
        </p:txBody>
      </p:sp>
      <p:sp>
        <p:nvSpPr>
          <p:cNvPr id="7" name="Shape 5"/>
          <p:cNvSpPr/>
          <p:nvPr/>
        </p:nvSpPr>
        <p:spPr>
          <a:xfrm>
            <a:off x="457200" y="1920240"/>
            <a:ext cx="5806440" cy="502920"/>
          </a:xfrm>
          <a:prstGeom prst="roundRect">
            <a:avLst>
              <a:gd name="adj" fmla="val 49091"/>
            </a:avLst>
          </a:prstGeom>
          <a:solidFill>
            <a:srgbClr val="EEF3FC"/>
          </a:solidFill>
          <a:ln w="12700">
            <a:solidFill>
              <a:srgbClr val="193EB0"/>
            </a:solidFill>
            <a:prstDash val="solid"/>
          </a:ln>
        </p:spPr>
        <p:txBody>
          <a:bodyPr/>
          <a:lstStyle/>
          <a:p>
            <a:endParaRPr lang="en-US"/>
          </a:p>
        </p:txBody>
      </p:sp>
      <p:sp>
        <p:nvSpPr>
          <p:cNvPr id="8" name="Text 6"/>
          <p:cNvSpPr txBox="1"/>
          <p:nvPr/>
        </p:nvSpPr>
        <p:spPr>
          <a:xfrm>
            <a:off x="457200" y="1920240"/>
            <a:ext cx="5806440" cy="502920"/>
          </a:xfrm>
          <a:prstGeom prst="rect">
            <a:avLst/>
          </a:prstGeom>
          <a:ln/>
        </p:spPr>
        <p:style>
          <a:lnRef idx="2">
            <a:schemeClr val="dk1"/>
          </a:lnRef>
          <a:fillRef idx="1">
            <a:schemeClr val="lt1"/>
          </a:fillRef>
          <a:effectRef idx="0">
            <a:schemeClr val="dk1"/>
          </a:effectRef>
          <a:fontRef idx="minor">
            <a:schemeClr val="dk1"/>
          </a:fontRef>
        </p:style>
        <p:txBody>
          <a:bodyPr wrap="square" lIns="0" tIns="0" rIns="0" bIns="0" rtlCol="0" anchor="ctr"/>
          <a:lstStyle/>
          <a:p>
            <a:pPr marL="0" indent="0" algn="ctr">
              <a:buNone/>
            </a:pPr>
            <a:r>
              <a:rPr lang="en-US" sz="1150" b="1" dirty="0">
                <a:solidFill>
                  <a:srgbClr val="193EB0"/>
                </a:solidFill>
                <a:latin typeface="Arial" pitchFamily="34" charset="0"/>
                <a:ea typeface="Arial" pitchFamily="34" charset="-122"/>
                <a:cs typeface="Arial" pitchFamily="34" charset="-120"/>
              </a:rPr>
              <a:t>traffic-volume-production.up.railway.app/#simulator</a:t>
            </a:r>
            <a:endParaRPr lang="en-US" sz="1150" dirty="0"/>
          </a:p>
        </p:txBody>
      </p:sp>
      <p:sp>
        <p:nvSpPr>
          <p:cNvPr id="9" name="Text 7"/>
          <p:cNvSpPr txBox="1"/>
          <p:nvPr/>
        </p:nvSpPr>
        <p:spPr>
          <a:xfrm>
            <a:off x="457200" y="2633360"/>
            <a:ext cx="5806440" cy="457200"/>
          </a:xfrm>
          <a:prstGeom prst="rect">
            <a:avLst/>
          </a:prstGeom>
          <a:noFill/>
          <a:ln/>
        </p:spPr>
        <p:txBody>
          <a:bodyPr wrap="square" lIns="0" tIns="0" rIns="0" bIns="0" rtlCol="0" anchor="ctr"/>
          <a:lstStyle/>
          <a:p>
            <a:pPr marL="0" indent="0">
              <a:lnSpc>
                <a:spcPct val="120000"/>
              </a:lnSpc>
              <a:buNone/>
            </a:pPr>
            <a:r>
              <a:rPr lang="en-US" sz="1400" dirty="0">
                <a:latin typeface="Arial" pitchFamily="34" charset="0"/>
                <a:ea typeface="Arial" pitchFamily="34" charset="-122"/>
                <a:cs typeface="Arial" pitchFamily="34" charset="-120"/>
              </a:rPr>
              <a:t>Interactive simulator: pick a date, city, and hour to get a live 1–3 day forecast, weather-aware.</a:t>
            </a:r>
            <a:endParaRPr lang="en-US" sz="1400" dirty="0"/>
          </a:p>
        </p:txBody>
      </p:sp>
      <p:sp>
        <p:nvSpPr>
          <p:cNvPr id="10" name="Shape 8"/>
          <p:cNvSpPr/>
          <p:nvPr/>
        </p:nvSpPr>
        <p:spPr>
          <a:xfrm>
            <a:off x="457199" y="3298371"/>
            <a:ext cx="5806440" cy="2178566"/>
          </a:xfrm>
          <a:prstGeom prst="roundRect">
            <a:avLst>
              <a:gd name="adj" fmla="val 3243"/>
            </a:avLst>
          </a:prstGeom>
          <a:solidFill>
            <a:srgbClr val="0E2258"/>
          </a:solidFill>
          <a:ln/>
        </p:spPr>
        <p:txBody>
          <a:bodyPr/>
          <a:lstStyle/>
          <a:p>
            <a:endParaRPr lang="en-US"/>
          </a:p>
        </p:txBody>
      </p:sp>
      <p:sp>
        <p:nvSpPr>
          <p:cNvPr id="11" name="Text 9"/>
          <p:cNvSpPr txBox="1"/>
          <p:nvPr/>
        </p:nvSpPr>
        <p:spPr>
          <a:xfrm>
            <a:off x="685799" y="3453231"/>
            <a:ext cx="5349240" cy="274320"/>
          </a:xfrm>
          <a:prstGeom prst="rect">
            <a:avLst/>
          </a:prstGeom>
          <a:noFill/>
          <a:ln/>
        </p:spPr>
        <p:txBody>
          <a:bodyPr wrap="square" lIns="0" tIns="0" rIns="0" bIns="0" rtlCol="0" anchor="ctr"/>
          <a:lstStyle/>
          <a:p>
            <a:pPr marL="0" indent="0">
              <a:buNone/>
            </a:pPr>
            <a:r>
              <a:rPr lang="en-US" sz="1600" b="1" dirty="0">
                <a:solidFill>
                  <a:schemeClr val="bg1"/>
                </a:solidFill>
                <a:latin typeface="Courier New" pitchFamily="34" charset="0"/>
                <a:ea typeface="Courier New" pitchFamily="34" charset="-122"/>
                <a:cs typeface="Courier New" pitchFamily="34" charset="-120"/>
              </a:rPr>
              <a:t>POST /predict</a:t>
            </a:r>
            <a:endParaRPr lang="en-US" sz="1600" dirty="0">
              <a:solidFill>
                <a:schemeClr val="bg1"/>
              </a:solidFill>
            </a:endParaRPr>
          </a:p>
        </p:txBody>
      </p:sp>
      <p:sp>
        <p:nvSpPr>
          <p:cNvPr id="12" name="Text 10"/>
          <p:cNvSpPr txBox="1"/>
          <p:nvPr/>
        </p:nvSpPr>
        <p:spPr>
          <a:xfrm>
            <a:off x="685799" y="3988705"/>
            <a:ext cx="5349240" cy="1188720"/>
          </a:xfrm>
          <a:prstGeom prst="rect">
            <a:avLst/>
          </a:prstGeom>
          <a:noFill/>
          <a:ln/>
        </p:spPr>
        <p:txBody>
          <a:bodyPr wrap="square" lIns="0" tIns="0" rIns="0" bIns="0" rtlCol="0" anchor="ctr"/>
          <a:lstStyle/>
          <a:p>
            <a:pPr marL="0" indent="0">
              <a:lnSpc>
                <a:spcPct val="115000"/>
              </a:lnSpc>
              <a:buNone/>
            </a:pPr>
            <a:r>
              <a:rPr lang="en-US" sz="1400" dirty="0">
                <a:solidFill>
                  <a:schemeClr val="bg1"/>
                </a:solidFill>
                <a:latin typeface="Courier New" pitchFamily="34" charset="0"/>
                <a:ea typeface="Courier New" pitchFamily="34" charset="-122"/>
                <a:cs typeface="Courier New" pitchFamily="34" charset="-120"/>
              </a:rPr>
              <a:t>{</a:t>
            </a:r>
            <a:endParaRPr lang="en-US" sz="1400" dirty="0">
              <a:solidFill>
                <a:schemeClr val="bg1"/>
              </a:solidFill>
            </a:endParaRPr>
          </a:p>
          <a:p>
            <a:pPr marL="0" indent="0">
              <a:lnSpc>
                <a:spcPct val="115000"/>
              </a:lnSpc>
              <a:buNone/>
            </a:pPr>
            <a:r>
              <a:rPr lang="en-US" sz="1400" dirty="0">
                <a:solidFill>
                  <a:schemeClr val="bg1"/>
                </a:solidFill>
                <a:latin typeface="Courier New" pitchFamily="34" charset="0"/>
                <a:ea typeface="Courier New" pitchFamily="34" charset="-122"/>
                <a:cs typeface="Courier New" pitchFamily="34" charset="-120"/>
              </a:rPr>
              <a:t>  "start_date": "2026-09-01",</a:t>
            </a:r>
            <a:endParaRPr lang="en-US" sz="1400" dirty="0">
              <a:solidFill>
                <a:schemeClr val="bg1"/>
              </a:solidFill>
            </a:endParaRPr>
          </a:p>
          <a:p>
            <a:pPr marL="0" indent="0">
              <a:lnSpc>
                <a:spcPct val="115000"/>
              </a:lnSpc>
              <a:buNone/>
            </a:pPr>
            <a:r>
              <a:rPr lang="en-US" sz="1400" dirty="0">
                <a:solidFill>
                  <a:schemeClr val="bg1"/>
                </a:solidFill>
                <a:latin typeface="Courier New" pitchFamily="34" charset="0"/>
                <a:ea typeface="Courier New" pitchFamily="34" charset="-122"/>
                <a:cs typeface="Courier New" pitchFamily="34" charset="-120"/>
              </a:rPr>
              <a:t>  "days": 3,</a:t>
            </a:r>
            <a:endParaRPr lang="en-US" sz="1400" dirty="0">
              <a:solidFill>
                <a:schemeClr val="bg1"/>
              </a:solidFill>
            </a:endParaRPr>
          </a:p>
          <a:p>
            <a:pPr marL="0" indent="0">
              <a:lnSpc>
                <a:spcPct val="115000"/>
              </a:lnSpc>
              <a:buNone/>
            </a:pPr>
            <a:r>
              <a:rPr lang="en-US" sz="1400" dirty="0">
                <a:solidFill>
                  <a:schemeClr val="bg1"/>
                </a:solidFill>
                <a:latin typeface="Courier New" pitchFamily="34" charset="0"/>
                <a:ea typeface="Courier New" pitchFamily="34" charset="-122"/>
                <a:cs typeface="Courier New" pitchFamily="34" charset="-120"/>
              </a:rPr>
              <a:t>  "city": "Minneapolis",</a:t>
            </a:r>
            <a:endParaRPr lang="en-US" sz="1400" dirty="0">
              <a:solidFill>
                <a:schemeClr val="bg1"/>
              </a:solidFill>
            </a:endParaRPr>
          </a:p>
          <a:p>
            <a:pPr marL="0" indent="0">
              <a:lnSpc>
                <a:spcPct val="115000"/>
              </a:lnSpc>
              <a:buNone/>
            </a:pPr>
            <a:r>
              <a:rPr lang="en-US" sz="1400" dirty="0">
                <a:solidFill>
                  <a:schemeClr val="bg1"/>
                </a:solidFill>
                <a:latin typeface="Courier New" pitchFamily="34" charset="0"/>
                <a:ea typeface="Courier New" pitchFamily="34" charset="-122"/>
                <a:cs typeface="Courier New" pitchFamily="34" charset="-120"/>
              </a:rPr>
              <a:t>  "country": "US",</a:t>
            </a:r>
            <a:endParaRPr lang="en-US" sz="1400" dirty="0">
              <a:solidFill>
                <a:schemeClr val="bg1"/>
              </a:solidFill>
            </a:endParaRPr>
          </a:p>
          <a:p>
            <a:pPr marL="0" indent="0">
              <a:lnSpc>
                <a:spcPct val="115000"/>
              </a:lnSpc>
              <a:buNone/>
            </a:pPr>
            <a:r>
              <a:rPr lang="en-US" sz="1400" dirty="0">
                <a:solidFill>
                  <a:schemeClr val="bg1"/>
                </a:solidFill>
                <a:latin typeface="Courier New" pitchFamily="34" charset="0"/>
                <a:ea typeface="Courier New" pitchFamily="34" charset="-122"/>
                <a:cs typeface="Courier New" pitchFamily="34" charset="-120"/>
              </a:rPr>
              <a:t>  "hour": 12</a:t>
            </a:r>
            <a:endParaRPr lang="en-US" sz="1400" dirty="0">
              <a:solidFill>
                <a:schemeClr val="bg1"/>
              </a:solidFill>
            </a:endParaRPr>
          </a:p>
          <a:p>
            <a:pPr marL="0" indent="0">
              <a:lnSpc>
                <a:spcPct val="115000"/>
              </a:lnSpc>
              <a:buNone/>
            </a:pPr>
            <a:r>
              <a:rPr lang="en-US" sz="1400" dirty="0">
                <a:solidFill>
                  <a:schemeClr val="bg1"/>
                </a:solidFill>
                <a:latin typeface="Courier New" pitchFamily="34" charset="0"/>
                <a:ea typeface="Courier New" pitchFamily="34" charset="-122"/>
                <a:cs typeface="Courier New" pitchFamily="34" charset="-120"/>
              </a:rPr>
              <a:t>}</a:t>
            </a:r>
            <a:endParaRPr lang="en-US" sz="1400" dirty="0">
              <a:solidFill>
                <a:schemeClr val="bg1"/>
              </a:solidFill>
            </a:endParaRPr>
          </a:p>
        </p:txBody>
      </p:sp>
      <p:sp>
        <p:nvSpPr>
          <p:cNvPr id="13" name="Shape 11"/>
          <p:cNvSpPr/>
          <p:nvPr/>
        </p:nvSpPr>
        <p:spPr>
          <a:xfrm>
            <a:off x="6492240" y="1106271"/>
            <a:ext cx="5313680" cy="4370665"/>
          </a:xfrm>
          <a:prstGeom prst="roundRect">
            <a:avLst>
              <a:gd name="adj" fmla="val 1846"/>
            </a:avLst>
          </a:prstGeom>
          <a:solidFill>
            <a:srgbClr val="0E2258"/>
          </a:solidFill>
          <a:ln/>
        </p:spPr>
        <p:txBody>
          <a:bodyPr/>
          <a:lstStyle/>
          <a:p>
            <a:endParaRPr lang="en-US"/>
          </a:p>
        </p:txBody>
      </p:sp>
      <p:sp>
        <p:nvSpPr>
          <p:cNvPr id="14" name="Text 12"/>
          <p:cNvSpPr txBox="1"/>
          <p:nvPr/>
        </p:nvSpPr>
        <p:spPr>
          <a:xfrm>
            <a:off x="6720840" y="1276330"/>
            <a:ext cx="4782312" cy="274320"/>
          </a:xfrm>
          <a:prstGeom prst="rect">
            <a:avLst/>
          </a:prstGeom>
          <a:noFill/>
          <a:ln/>
        </p:spPr>
        <p:txBody>
          <a:bodyPr wrap="square" lIns="0" tIns="0" rIns="0" bIns="0" rtlCol="0" anchor="ctr"/>
          <a:lstStyle/>
          <a:p>
            <a:pPr marL="0" indent="0">
              <a:buNone/>
            </a:pPr>
            <a:r>
              <a:rPr lang="en-US" sz="1600" b="1" dirty="0">
                <a:solidFill>
                  <a:schemeClr val="bg1"/>
                </a:solidFill>
                <a:latin typeface="Courier New" pitchFamily="34" charset="0"/>
                <a:ea typeface="Courier New" pitchFamily="34" charset="-122"/>
                <a:cs typeface="Courier New" pitchFamily="34" charset="-120"/>
              </a:rPr>
              <a:t>Response 200 OK</a:t>
            </a:r>
            <a:endParaRPr lang="en-US" sz="1600" dirty="0">
              <a:solidFill>
                <a:schemeClr val="bg1"/>
              </a:solidFill>
            </a:endParaRPr>
          </a:p>
        </p:txBody>
      </p:sp>
      <p:sp>
        <p:nvSpPr>
          <p:cNvPr id="15" name="Text 13"/>
          <p:cNvSpPr txBox="1"/>
          <p:nvPr/>
        </p:nvSpPr>
        <p:spPr>
          <a:xfrm>
            <a:off x="6720840" y="2217420"/>
            <a:ext cx="4782312" cy="2423160"/>
          </a:xfrm>
          <a:prstGeom prst="rect">
            <a:avLst/>
          </a:prstGeom>
          <a:noFill/>
          <a:ln/>
        </p:spPr>
        <p:txBody>
          <a:bodyPr wrap="square" lIns="0" tIns="0" rIns="0" bIns="0" rtlCol="0" anchor="ctr"/>
          <a:lstStyle/>
          <a:p>
            <a:pPr marL="0" indent="0">
              <a:lnSpc>
                <a:spcPct val="112000"/>
              </a:lnSpc>
              <a:buNone/>
            </a:pPr>
            <a:r>
              <a:rPr lang="en-US" sz="1400" b="1" dirty="0">
                <a:solidFill>
                  <a:srgbClr val="D8E2F7"/>
                </a:solidFill>
                <a:latin typeface="Courier New" pitchFamily="34" charset="0"/>
                <a:ea typeface="Courier New" pitchFamily="34" charset="-122"/>
                <a:cs typeface="Courier New" pitchFamily="34" charset="-120"/>
              </a:rPr>
              <a:t>{</a:t>
            </a:r>
            <a:endParaRPr lang="en-US" sz="1400" b="1" dirty="0"/>
          </a:p>
          <a:p>
            <a:pPr marL="0" indent="0">
              <a:lnSpc>
                <a:spcPct val="112000"/>
              </a:lnSpc>
              <a:buNone/>
            </a:pPr>
            <a:r>
              <a:rPr lang="en-US" sz="1400" b="1" dirty="0">
                <a:solidFill>
                  <a:srgbClr val="D8E2F7"/>
                </a:solidFill>
                <a:latin typeface="Courier New" pitchFamily="34" charset="0"/>
                <a:ea typeface="Courier New" pitchFamily="34" charset="-122"/>
                <a:cs typeface="Courier New" pitchFamily="34" charset="-120"/>
              </a:rPr>
              <a:t>  "city": "Minneapolis",</a:t>
            </a:r>
            <a:endParaRPr lang="en-US" sz="1400" b="1" dirty="0"/>
          </a:p>
          <a:p>
            <a:pPr marL="0" indent="0">
              <a:lnSpc>
                <a:spcPct val="112000"/>
              </a:lnSpc>
              <a:buNone/>
            </a:pPr>
            <a:r>
              <a:rPr lang="en-US" sz="1400" b="1" dirty="0">
                <a:solidFill>
                  <a:srgbClr val="D8E2F7"/>
                </a:solidFill>
                <a:latin typeface="Courier New" pitchFamily="34" charset="0"/>
                <a:ea typeface="Courier New" pitchFamily="34" charset="-122"/>
                <a:cs typeface="Courier New" pitchFamily="34" charset="-120"/>
              </a:rPr>
              <a:t>  "country": "US",</a:t>
            </a:r>
            <a:endParaRPr lang="en-US" sz="1400" b="1" dirty="0"/>
          </a:p>
          <a:p>
            <a:pPr marL="0" indent="0">
              <a:lnSpc>
                <a:spcPct val="112000"/>
              </a:lnSpc>
              <a:buNone/>
            </a:pPr>
            <a:r>
              <a:rPr lang="en-US" sz="1400" b="1" dirty="0">
                <a:solidFill>
                  <a:srgbClr val="D8E2F7"/>
                </a:solidFill>
                <a:latin typeface="Courier New" pitchFamily="34" charset="0"/>
                <a:ea typeface="Courier New" pitchFamily="34" charset="-122"/>
                <a:cs typeface="Courier New" pitchFamily="34" charset="-120"/>
              </a:rPr>
              <a:t>  "start_date": "2026-09-01",</a:t>
            </a:r>
            <a:endParaRPr lang="en-US" sz="1400" b="1" dirty="0"/>
          </a:p>
          <a:p>
            <a:pPr marL="0" indent="0">
              <a:lnSpc>
                <a:spcPct val="112000"/>
              </a:lnSpc>
              <a:buNone/>
            </a:pPr>
            <a:r>
              <a:rPr lang="en-US" sz="1400" b="1" dirty="0">
                <a:solidFill>
                  <a:srgbClr val="D8E2F7"/>
                </a:solidFill>
                <a:latin typeface="Courier New" pitchFamily="34" charset="0"/>
                <a:ea typeface="Courier New" pitchFamily="34" charset="-122"/>
                <a:cs typeface="Courier New" pitchFamily="34" charset="-120"/>
              </a:rPr>
              <a:t>  "days": 3,</a:t>
            </a:r>
            <a:endParaRPr lang="en-US" sz="1400" b="1" dirty="0"/>
          </a:p>
          <a:p>
            <a:pPr marL="0" indent="0">
              <a:lnSpc>
                <a:spcPct val="112000"/>
              </a:lnSpc>
              <a:buNone/>
            </a:pPr>
            <a:r>
              <a:rPr lang="en-US" sz="1400" b="1" dirty="0">
                <a:solidFill>
                  <a:srgbClr val="D8E2F7"/>
                </a:solidFill>
                <a:latin typeface="Courier New" pitchFamily="34" charset="0"/>
                <a:ea typeface="Courier New" pitchFamily="34" charset="-122"/>
                <a:cs typeface="Courier New" pitchFamily="34" charset="-120"/>
              </a:rPr>
              <a:t>  "hour": 12,</a:t>
            </a:r>
            <a:endParaRPr lang="en-US" sz="1400" b="1" dirty="0"/>
          </a:p>
          <a:p>
            <a:pPr marL="0" indent="0">
              <a:lnSpc>
                <a:spcPct val="112000"/>
              </a:lnSpc>
              <a:buNone/>
            </a:pPr>
            <a:r>
              <a:rPr lang="en-US" sz="1400" b="1" dirty="0">
                <a:solidFill>
                  <a:srgbClr val="D8E2F7"/>
                </a:solidFill>
                <a:latin typeface="Courier New" pitchFamily="34" charset="0"/>
                <a:ea typeface="Courier New" pitchFamily="34" charset="-122"/>
                <a:cs typeface="Courier New" pitchFamily="34" charset="-120"/>
              </a:rPr>
              <a:t>  "predictions": [</a:t>
            </a:r>
            <a:endParaRPr lang="en-US" sz="1400" b="1" dirty="0"/>
          </a:p>
          <a:p>
            <a:pPr marL="0" indent="0">
              <a:lnSpc>
                <a:spcPct val="112000"/>
              </a:lnSpc>
              <a:buNone/>
            </a:pPr>
            <a:r>
              <a:rPr lang="en-US" sz="1400" b="1" dirty="0">
                <a:solidFill>
                  <a:srgbClr val="D8E2F7"/>
                </a:solidFill>
                <a:latin typeface="Courier New" pitchFamily="34" charset="0"/>
                <a:ea typeface="Courier New" pitchFamily="34" charset="-122"/>
                <a:cs typeface="Courier New" pitchFamily="34" charset="-120"/>
              </a:rPr>
              <a:t>    {"date": "2026-09-01",</a:t>
            </a:r>
            <a:endParaRPr lang="en-US" sz="1400" b="1" dirty="0"/>
          </a:p>
          <a:p>
            <a:pPr marL="0" indent="0">
              <a:lnSpc>
                <a:spcPct val="112000"/>
              </a:lnSpc>
              <a:buNone/>
            </a:pPr>
            <a:r>
              <a:rPr lang="en-US" sz="1400" b="1" dirty="0">
                <a:solidFill>
                  <a:srgbClr val="D8E2F7"/>
                </a:solidFill>
                <a:latin typeface="Courier New" pitchFamily="34" charset="0"/>
                <a:ea typeface="Courier New" pitchFamily="34" charset="-122"/>
                <a:cs typeface="Courier New" pitchFamily="34" charset="-120"/>
              </a:rPr>
              <a:t>     "predicted_traffic_volume": 4220.05},</a:t>
            </a:r>
            <a:endParaRPr lang="en-US" sz="1400" b="1" dirty="0"/>
          </a:p>
          <a:p>
            <a:pPr marL="0" indent="0">
              <a:lnSpc>
                <a:spcPct val="112000"/>
              </a:lnSpc>
              <a:buNone/>
            </a:pPr>
            <a:r>
              <a:rPr lang="en-US" sz="1400" b="1" dirty="0">
                <a:solidFill>
                  <a:srgbClr val="D8E2F7"/>
                </a:solidFill>
                <a:latin typeface="Courier New" pitchFamily="34" charset="0"/>
                <a:ea typeface="Courier New" pitchFamily="34" charset="-122"/>
                <a:cs typeface="Courier New" pitchFamily="34" charset="-120"/>
              </a:rPr>
              <a:t>    {"date": "2026-09-02",</a:t>
            </a:r>
            <a:endParaRPr lang="en-US" sz="1400" b="1" dirty="0"/>
          </a:p>
          <a:p>
            <a:pPr marL="0" indent="0">
              <a:lnSpc>
                <a:spcPct val="112000"/>
              </a:lnSpc>
              <a:buNone/>
            </a:pPr>
            <a:r>
              <a:rPr lang="en-US" sz="1400" b="1" dirty="0">
                <a:solidFill>
                  <a:srgbClr val="D8E2F7"/>
                </a:solidFill>
                <a:latin typeface="Courier New" pitchFamily="34" charset="0"/>
                <a:ea typeface="Courier New" pitchFamily="34" charset="-122"/>
                <a:cs typeface="Courier New" pitchFamily="34" charset="-120"/>
              </a:rPr>
              <a:t>     "predicted_traffic_volume": 3810.66},</a:t>
            </a:r>
            <a:endParaRPr lang="en-US" sz="1400" b="1" dirty="0"/>
          </a:p>
          <a:p>
            <a:pPr marL="0" indent="0">
              <a:lnSpc>
                <a:spcPct val="112000"/>
              </a:lnSpc>
              <a:buNone/>
            </a:pPr>
            <a:r>
              <a:rPr lang="en-US" sz="1400" b="1" dirty="0">
                <a:solidFill>
                  <a:srgbClr val="D8E2F7"/>
                </a:solidFill>
                <a:latin typeface="Courier New" pitchFamily="34" charset="0"/>
                <a:ea typeface="Courier New" pitchFamily="34" charset="-122"/>
                <a:cs typeface="Courier New" pitchFamily="34" charset="-120"/>
              </a:rPr>
              <a:t>    {"date": "2026-09-03",</a:t>
            </a:r>
            <a:endParaRPr lang="en-US" sz="1400" b="1" dirty="0"/>
          </a:p>
          <a:p>
            <a:pPr marL="0" indent="0">
              <a:lnSpc>
                <a:spcPct val="112000"/>
              </a:lnSpc>
              <a:buNone/>
            </a:pPr>
            <a:r>
              <a:rPr lang="en-US" sz="1400" b="1" dirty="0">
                <a:solidFill>
                  <a:srgbClr val="D8E2F7"/>
                </a:solidFill>
                <a:latin typeface="Courier New" pitchFamily="34" charset="0"/>
                <a:ea typeface="Courier New" pitchFamily="34" charset="-122"/>
                <a:cs typeface="Courier New" pitchFamily="34" charset="-120"/>
              </a:rPr>
              <a:t>     "predicted_traffic_volume": 4150.23}</a:t>
            </a:r>
            <a:endParaRPr lang="en-US" sz="1400" b="1" dirty="0"/>
          </a:p>
          <a:p>
            <a:pPr marL="0" indent="0">
              <a:lnSpc>
                <a:spcPct val="112000"/>
              </a:lnSpc>
              <a:buNone/>
            </a:pPr>
            <a:r>
              <a:rPr lang="en-US" sz="1400" b="1" dirty="0">
                <a:solidFill>
                  <a:srgbClr val="D8E2F7"/>
                </a:solidFill>
                <a:latin typeface="Courier New" pitchFamily="34" charset="0"/>
                <a:ea typeface="Courier New" pitchFamily="34" charset="-122"/>
                <a:cs typeface="Courier New" pitchFamily="34" charset="-120"/>
              </a:rPr>
              <a:t>  ]</a:t>
            </a:r>
            <a:endParaRPr lang="en-US" sz="1400" b="1" dirty="0"/>
          </a:p>
          <a:p>
            <a:pPr marL="0" indent="0">
              <a:lnSpc>
                <a:spcPct val="112000"/>
              </a:lnSpc>
              <a:buNone/>
            </a:pPr>
            <a:r>
              <a:rPr lang="en-US" sz="1400" b="1" dirty="0">
                <a:solidFill>
                  <a:srgbClr val="D8E2F7"/>
                </a:solidFill>
                <a:latin typeface="Courier New" pitchFamily="34" charset="0"/>
                <a:ea typeface="Courier New" pitchFamily="34" charset="-122"/>
                <a:cs typeface="Courier New" pitchFamily="34" charset="-120"/>
              </a:rPr>
              <a:t>}</a:t>
            </a:r>
            <a:endParaRPr lang="en-US" sz="1400" b="1" dirty="0"/>
          </a:p>
        </p:txBody>
      </p:sp>
      <p:sp>
        <p:nvSpPr>
          <p:cNvPr id="16" name="Text 14"/>
          <p:cNvSpPr txBox="1"/>
          <p:nvPr/>
        </p:nvSpPr>
        <p:spPr>
          <a:xfrm>
            <a:off x="548640" y="5567641"/>
            <a:ext cx="6263640" cy="365760"/>
          </a:xfrm>
          <a:prstGeom prst="rect">
            <a:avLst/>
          </a:prstGeom>
          <a:noFill/>
          <a:ln/>
        </p:spPr>
        <p:txBody>
          <a:bodyPr wrap="square" lIns="0" tIns="0" rIns="0" bIns="0" rtlCol="0" anchor="ctr"/>
          <a:lstStyle/>
          <a:p>
            <a:pPr marL="0" indent="0">
              <a:buNone/>
            </a:pPr>
            <a:r>
              <a:rPr lang="en-US" sz="1400" b="1" i="1" dirty="0">
                <a:solidFill>
                  <a:srgbClr val="7F7F7F"/>
                </a:solidFill>
                <a:latin typeface="Arial" pitchFamily="34" charset="0"/>
                <a:ea typeface="Arial" pitchFamily="34" charset="-122"/>
                <a:cs typeface="Arial" pitchFamily="34" charset="-120"/>
              </a:rPr>
              <a:t>Design targets: prediction latency under 500ms, service uptime 99.9%.</a:t>
            </a:r>
            <a:endParaRPr lang="en-US" sz="1400" b="1" dirty="0"/>
          </a:p>
        </p:txBody>
      </p:sp>
      <p:sp>
        <p:nvSpPr>
          <p:cNvPr id="18" name="Text 16"/>
          <p:cNvSpPr txBox="1"/>
          <p:nvPr/>
        </p:nvSpPr>
        <p:spPr>
          <a:xfrm>
            <a:off x="11274552" y="6547104"/>
            <a:ext cx="457200" cy="237744"/>
          </a:xfrm>
          <a:prstGeom prst="rect">
            <a:avLst/>
          </a:prstGeom>
          <a:noFill/>
          <a:ln/>
        </p:spPr>
        <p:txBody>
          <a:bodyPr wrap="square" rtlCol="0" anchor="ctr"/>
          <a:lstStyle/>
          <a:p>
            <a:pPr marL="0" indent="0" algn="r">
              <a:buNone/>
            </a:pPr>
            <a:r>
              <a:rPr lang="en-US" sz="850" dirty="0">
                <a:solidFill>
                  <a:srgbClr val="BFBFBF"/>
                </a:solidFill>
                <a:latin typeface="Arial" pitchFamily="34" charset="0"/>
                <a:ea typeface="Arial" pitchFamily="34" charset="-122"/>
                <a:cs typeface="Arial" pitchFamily="34" charset="-120"/>
              </a:rPr>
              <a:t>14</a:t>
            </a:r>
            <a:endParaRPr lang="en-US" sz="850" dirty="0"/>
          </a:p>
        </p:txBody>
      </p:sp>
      <p:sp>
        <p:nvSpPr>
          <p:cNvPr id="20" name="Text 28">
            <a:extLst>
              <a:ext uri="{FF2B5EF4-FFF2-40B4-BE49-F238E27FC236}">
                <a16:creationId xmlns:a16="http://schemas.microsoft.com/office/drawing/2014/main" id="{6135740C-E6BE-CD2B-7DE6-5F69510229D5}"/>
              </a:ext>
            </a:extLst>
          </p:cNvPr>
          <p:cNvSpPr txBox="1"/>
          <p:nvPr/>
        </p:nvSpPr>
        <p:spPr>
          <a:xfrm>
            <a:off x="310896" y="6375291"/>
            <a:ext cx="5486400" cy="237744"/>
          </a:xfrm>
          <a:prstGeom prst="rect">
            <a:avLst/>
          </a:prstGeom>
          <a:noFill/>
          <a:ln/>
        </p:spPr>
        <p:txBody>
          <a:bodyPr wrap="square" rtlCol="0" anchor="ctr"/>
          <a:lstStyle/>
          <a:p>
            <a:pPr>
              <a:lnSpc>
                <a:spcPts val="1560"/>
              </a:lnSpc>
            </a:pPr>
            <a:r>
              <a:rPr lang="en-US" sz="900" dirty="0">
                <a:solidFill>
                  <a:srgbClr val="7F7F7F"/>
                </a:solidFill>
                <a:latin typeface="Arial MT Pro"/>
                <a:ea typeface="Arial MT Pro"/>
                <a:cs typeface="Arial MT Pro"/>
                <a:sym typeface="Arial MT Pro"/>
              </a:rPr>
              <a:t>Samsung Innovation Campus</a:t>
            </a:r>
          </a:p>
        </p:txBody>
      </p:sp>
      <p:sp>
        <p:nvSpPr>
          <p:cNvPr id="22" name="AutoShape 4">
            <a:extLst>
              <a:ext uri="{FF2B5EF4-FFF2-40B4-BE49-F238E27FC236}">
                <a16:creationId xmlns:a16="http://schemas.microsoft.com/office/drawing/2014/main" id="{833396DA-56CC-FA03-F0C3-BF4408D547DA}"/>
              </a:ext>
            </a:extLst>
          </p:cNvPr>
          <p:cNvSpPr/>
          <p:nvPr/>
        </p:nvSpPr>
        <p:spPr>
          <a:xfrm rot="3727" flipV="1">
            <a:off x="457203" y="6207894"/>
            <a:ext cx="10360146" cy="11912"/>
          </a:xfrm>
          <a:prstGeom prst="line">
            <a:avLst/>
          </a:prstGeom>
          <a:ln w="9525" cap="rnd">
            <a:solidFill>
              <a:srgbClr val="BFBFBF"/>
            </a:solidFill>
            <a:prstDash val="solid"/>
            <a:headEnd type="none" w="sm" len="sm"/>
            <a:tailEnd type="none" w="sm" len="sm"/>
          </a:ln>
        </p:spPr>
        <p:txBody>
          <a:bodyPr/>
          <a:lstStyle/>
          <a:p>
            <a:endParaRPr lang="en-US" dirty="0"/>
          </a:p>
        </p:txBody>
      </p:sp>
    </p:spTree>
  </p:cSld>
  <p:clrMapOvr>
    <a:masterClrMapping/>
  </p:clrMapOvr>
  <mc:AlternateContent xmlns:mc="http://schemas.openxmlformats.org/markup-compatibility/2006">
    <mc:Choice xmlns:p159="http://schemas.microsoft.com/office/powerpoint/2015/09/main" Requires="p159">
      <p:transition xmlns:p14="http://schemas.microsoft.com/office/powerpoint/2010/main" spd="slow" p14:dur="2000">
        <p159:morph option="byObject"/>
      </p:transition>
    </mc:Choice>
    <mc:Fallback>
      <p:transition spd="slow">
        <p:fade/>
      </p:transition>
    </mc:Fallback>
  </mc:AlternateContent>
</p:sld>
</file>

<file path=ppt/slides/slide16.xml><?xml version="1.0" encoding="utf-8"?>
<p:sld xmlns:a="http://schemas.openxmlformats.org/drawingml/2006/main" xmlns:r="http://schemas.openxmlformats.org/officeDocument/2006/relationships" xmlns:p="http://schemas.openxmlformats.org/presentationml/2006/main">
  <p:cSld name="Slide 15">
    <p:bg>
      <p:bgPr>
        <a:solidFill>
          <a:srgbClr val="FFFFFF"/>
        </a:solidFill>
        <a:effectLst/>
      </p:bgPr>
    </p:bg>
    <p:spTree>
      <p:nvGrpSpPr>
        <p:cNvPr id="1" name=""/>
        <p:cNvGrpSpPr/>
        <p:nvPr/>
      </p:nvGrpSpPr>
      <p:grpSpPr>
        <a:xfrm>
          <a:off x="0" y="0"/>
          <a:ext cx="0" cy="0"/>
          <a:chOff x="0" y="0"/>
          <a:chExt cx="0" cy="0"/>
        </a:xfrm>
      </p:grpSpPr>
      <p:sp>
        <p:nvSpPr>
          <p:cNvPr id="5" name="Text 3"/>
          <p:cNvSpPr txBox="1"/>
          <p:nvPr/>
        </p:nvSpPr>
        <p:spPr>
          <a:xfrm>
            <a:off x="306324" y="1074674"/>
            <a:ext cx="11274552" cy="566928"/>
          </a:xfrm>
          <a:prstGeom prst="rect">
            <a:avLst/>
          </a:prstGeom>
          <a:noFill/>
          <a:ln/>
        </p:spPr>
        <p:txBody>
          <a:bodyPr wrap="square" rtlCol="0" anchor="ctr"/>
          <a:lstStyle/>
          <a:p>
            <a:pPr marL="0" indent="0">
              <a:buNone/>
            </a:pPr>
            <a:r>
              <a:rPr lang="en-US" sz="2700" b="1" dirty="0">
                <a:solidFill>
                  <a:srgbClr val="1C1C1C"/>
                </a:solidFill>
                <a:latin typeface="Arial" pitchFamily="34" charset="0"/>
                <a:ea typeface="Arial" pitchFamily="34" charset="-122"/>
                <a:cs typeface="Arial" pitchFamily="34" charset="-120"/>
              </a:rPr>
              <a:t>Key Findings &amp; Recommendations</a:t>
            </a:r>
            <a:endParaRPr lang="en-US" sz="2700" dirty="0"/>
          </a:p>
        </p:txBody>
      </p:sp>
      <p:sp>
        <p:nvSpPr>
          <p:cNvPr id="6" name="Text 4"/>
          <p:cNvSpPr txBox="1"/>
          <p:nvPr/>
        </p:nvSpPr>
        <p:spPr>
          <a:xfrm>
            <a:off x="413794" y="1691640"/>
            <a:ext cx="5486400" cy="256032"/>
          </a:xfrm>
          <a:prstGeom prst="rect">
            <a:avLst/>
          </a:prstGeom>
          <a:noFill/>
          <a:ln/>
        </p:spPr>
        <p:txBody>
          <a:bodyPr wrap="square" lIns="0" tIns="0" rIns="0" bIns="0" rtlCol="0" anchor="ctr"/>
          <a:lstStyle/>
          <a:p>
            <a:pPr marL="0" indent="0">
              <a:buNone/>
            </a:pPr>
            <a:r>
              <a:rPr lang="en-US" b="1" kern="0" spc="120" dirty="0">
                <a:solidFill>
                  <a:srgbClr val="193EB0"/>
                </a:solidFill>
                <a:latin typeface="Arial" pitchFamily="34" charset="0"/>
                <a:ea typeface="Arial" pitchFamily="34" charset="-122"/>
                <a:cs typeface="Arial" pitchFamily="34" charset="-120"/>
              </a:rPr>
              <a:t>WHAT THE DATA SHOWS</a:t>
            </a:r>
            <a:endParaRPr lang="en-US" dirty="0"/>
          </a:p>
        </p:txBody>
      </p:sp>
      <p:sp>
        <p:nvSpPr>
          <p:cNvPr id="7" name="Shape 5"/>
          <p:cNvSpPr/>
          <p:nvPr/>
        </p:nvSpPr>
        <p:spPr>
          <a:xfrm>
            <a:off x="457200" y="2039112"/>
            <a:ext cx="6492240" cy="1170432"/>
          </a:xfrm>
          <a:prstGeom prst="roundRect">
            <a:avLst>
              <a:gd name="adj" fmla="val 6250"/>
            </a:avLst>
          </a:prstGeom>
          <a:ln/>
        </p:spPr>
        <p:style>
          <a:lnRef idx="2">
            <a:schemeClr val="dk1"/>
          </a:lnRef>
          <a:fillRef idx="1">
            <a:schemeClr val="lt1"/>
          </a:fillRef>
          <a:effectRef idx="0">
            <a:schemeClr val="dk1"/>
          </a:effectRef>
          <a:fontRef idx="minor">
            <a:schemeClr val="dk1"/>
          </a:fontRef>
        </p:style>
        <p:txBody>
          <a:bodyPr/>
          <a:lstStyle/>
          <a:p>
            <a:endParaRPr lang="en-US"/>
          </a:p>
        </p:txBody>
      </p:sp>
      <p:sp>
        <p:nvSpPr>
          <p:cNvPr id="8" name="Text 6"/>
          <p:cNvSpPr txBox="1"/>
          <p:nvPr/>
        </p:nvSpPr>
        <p:spPr>
          <a:xfrm>
            <a:off x="685800" y="2148840"/>
            <a:ext cx="6035040" cy="274320"/>
          </a:xfrm>
          <a:prstGeom prst="rect">
            <a:avLst/>
          </a:prstGeom>
          <a:noFill/>
          <a:ln/>
        </p:spPr>
        <p:txBody>
          <a:bodyPr wrap="square" lIns="0" tIns="0" rIns="0" bIns="0" rtlCol="0" anchor="ctr"/>
          <a:lstStyle/>
          <a:p>
            <a:pPr marL="0" indent="0">
              <a:buNone/>
            </a:pPr>
            <a:r>
              <a:rPr lang="en-US" sz="2000" b="1" dirty="0">
                <a:solidFill>
                  <a:srgbClr val="1C1C1C"/>
                </a:solidFill>
                <a:latin typeface="Arial" pitchFamily="34" charset="0"/>
                <a:ea typeface="Arial" pitchFamily="34" charset="-122"/>
                <a:cs typeface="Arial" pitchFamily="34" charset="-120"/>
              </a:rPr>
              <a:t>Strong Hourly Seasonality</a:t>
            </a:r>
            <a:endParaRPr lang="en-US" sz="2000" dirty="0"/>
          </a:p>
        </p:txBody>
      </p:sp>
      <p:sp>
        <p:nvSpPr>
          <p:cNvPr id="9" name="Text 7"/>
          <p:cNvSpPr txBox="1"/>
          <p:nvPr/>
        </p:nvSpPr>
        <p:spPr>
          <a:xfrm>
            <a:off x="685800" y="2459736"/>
            <a:ext cx="6035040" cy="685800"/>
          </a:xfrm>
          <a:prstGeom prst="rect">
            <a:avLst/>
          </a:prstGeom>
          <a:noFill/>
          <a:ln/>
        </p:spPr>
        <p:txBody>
          <a:bodyPr wrap="square" lIns="0" tIns="0" rIns="0" bIns="0" rtlCol="0" anchor="ctr"/>
          <a:lstStyle/>
          <a:p>
            <a:pPr marL="0" indent="0">
              <a:lnSpc>
                <a:spcPct val="120000"/>
              </a:lnSpc>
              <a:buNone/>
            </a:pPr>
            <a:r>
              <a:rPr lang="en-US" sz="1400" b="1" dirty="0">
                <a:solidFill>
                  <a:srgbClr val="7F7F7F"/>
                </a:solidFill>
                <a:latin typeface="Arial" pitchFamily="34" charset="0"/>
                <a:ea typeface="Arial" pitchFamily="34" charset="-122"/>
                <a:cs typeface="Arial" pitchFamily="34" charset="-120"/>
              </a:rPr>
              <a:t>5,709 veh/hr at the 4 PM peak vs. 373 at the 3 AM trough — the dominant, highly predictable signal.</a:t>
            </a:r>
            <a:endParaRPr lang="en-US" sz="1400" b="1" dirty="0"/>
          </a:p>
        </p:txBody>
      </p:sp>
      <p:sp>
        <p:nvSpPr>
          <p:cNvPr id="10" name="Shape 8"/>
          <p:cNvSpPr/>
          <p:nvPr/>
        </p:nvSpPr>
        <p:spPr>
          <a:xfrm>
            <a:off x="457200" y="3337560"/>
            <a:ext cx="6492240" cy="1170432"/>
          </a:xfrm>
          <a:prstGeom prst="roundRect">
            <a:avLst>
              <a:gd name="adj" fmla="val 6250"/>
            </a:avLst>
          </a:prstGeom>
          <a:ln/>
        </p:spPr>
        <p:style>
          <a:lnRef idx="2">
            <a:schemeClr val="dk1"/>
          </a:lnRef>
          <a:fillRef idx="1">
            <a:schemeClr val="lt1"/>
          </a:fillRef>
          <a:effectRef idx="0">
            <a:schemeClr val="dk1"/>
          </a:effectRef>
          <a:fontRef idx="minor">
            <a:schemeClr val="dk1"/>
          </a:fontRef>
        </p:style>
        <p:txBody>
          <a:bodyPr/>
          <a:lstStyle/>
          <a:p>
            <a:endParaRPr lang="en-US"/>
          </a:p>
        </p:txBody>
      </p:sp>
      <p:sp>
        <p:nvSpPr>
          <p:cNvPr id="11" name="Text 9"/>
          <p:cNvSpPr txBox="1"/>
          <p:nvPr/>
        </p:nvSpPr>
        <p:spPr>
          <a:xfrm>
            <a:off x="685800" y="3447288"/>
            <a:ext cx="6035040" cy="274320"/>
          </a:xfrm>
          <a:prstGeom prst="rect">
            <a:avLst/>
          </a:prstGeom>
          <a:noFill/>
          <a:ln/>
        </p:spPr>
        <p:txBody>
          <a:bodyPr wrap="square" lIns="0" tIns="0" rIns="0" bIns="0" rtlCol="0" anchor="ctr"/>
          <a:lstStyle/>
          <a:p>
            <a:pPr marL="0" indent="0">
              <a:buNone/>
            </a:pPr>
            <a:r>
              <a:rPr lang="en-US" sz="2000" b="1" dirty="0">
                <a:solidFill>
                  <a:srgbClr val="1C1C1C"/>
                </a:solidFill>
                <a:latin typeface="Arial" pitchFamily="34" charset="0"/>
                <a:ea typeface="Arial" pitchFamily="34" charset="-122"/>
                <a:cs typeface="Arial" pitchFamily="34" charset="-120"/>
              </a:rPr>
              <a:t>Clear Weekday / Weekend Split</a:t>
            </a:r>
            <a:endParaRPr lang="en-US" sz="2000" dirty="0"/>
          </a:p>
        </p:txBody>
      </p:sp>
      <p:sp>
        <p:nvSpPr>
          <p:cNvPr id="12" name="Text 10"/>
          <p:cNvSpPr txBox="1"/>
          <p:nvPr/>
        </p:nvSpPr>
        <p:spPr>
          <a:xfrm>
            <a:off x="685800" y="3758184"/>
            <a:ext cx="6035040" cy="685800"/>
          </a:xfrm>
          <a:prstGeom prst="rect">
            <a:avLst/>
          </a:prstGeom>
          <a:noFill/>
          <a:ln/>
        </p:spPr>
        <p:txBody>
          <a:bodyPr wrap="square" lIns="0" tIns="0" rIns="0" bIns="0" rtlCol="0" anchor="ctr"/>
          <a:lstStyle/>
          <a:p>
            <a:pPr marL="0" indent="0">
              <a:lnSpc>
                <a:spcPct val="120000"/>
              </a:lnSpc>
              <a:buNone/>
            </a:pPr>
            <a:r>
              <a:rPr lang="en-US" sz="1400" b="1" dirty="0">
                <a:solidFill>
                  <a:srgbClr val="7F7F7F"/>
                </a:solidFill>
                <a:latin typeface="Arial" pitchFamily="34" charset="0"/>
                <a:ea typeface="Arial" pitchFamily="34" charset="-122"/>
                <a:cs typeface="Arial" pitchFamily="34" charset="-120"/>
              </a:rPr>
              <a:t>Weekdays average 3,558 veh/hr, weekends 2,625 — a consistent 26% gap.</a:t>
            </a:r>
            <a:endParaRPr lang="en-US" sz="1400" b="1" dirty="0"/>
          </a:p>
        </p:txBody>
      </p:sp>
      <p:sp>
        <p:nvSpPr>
          <p:cNvPr id="13" name="Shape 11"/>
          <p:cNvSpPr/>
          <p:nvPr/>
        </p:nvSpPr>
        <p:spPr>
          <a:xfrm>
            <a:off x="457200" y="4636008"/>
            <a:ext cx="6492240" cy="1170432"/>
          </a:xfrm>
          <a:prstGeom prst="roundRect">
            <a:avLst>
              <a:gd name="adj" fmla="val 6250"/>
            </a:avLst>
          </a:prstGeom>
          <a:ln/>
        </p:spPr>
        <p:style>
          <a:lnRef idx="2">
            <a:schemeClr val="dk1"/>
          </a:lnRef>
          <a:fillRef idx="1">
            <a:schemeClr val="lt1"/>
          </a:fillRef>
          <a:effectRef idx="0">
            <a:schemeClr val="dk1"/>
          </a:effectRef>
          <a:fontRef idx="minor">
            <a:schemeClr val="dk1"/>
          </a:fontRef>
        </p:style>
        <p:txBody>
          <a:bodyPr/>
          <a:lstStyle/>
          <a:p>
            <a:endParaRPr lang="en-US"/>
          </a:p>
        </p:txBody>
      </p:sp>
      <p:sp>
        <p:nvSpPr>
          <p:cNvPr id="14" name="Text 12"/>
          <p:cNvSpPr txBox="1"/>
          <p:nvPr/>
        </p:nvSpPr>
        <p:spPr>
          <a:xfrm>
            <a:off x="685800" y="4745736"/>
            <a:ext cx="6035040" cy="274320"/>
          </a:xfrm>
          <a:prstGeom prst="rect">
            <a:avLst/>
          </a:prstGeom>
          <a:noFill/>
          <a:ln/>
        </p:spPr>
        <p:txBody>
          <a:bodyPr wrap="square" lIns="0" tIns="0" rIns="0" bIns="0" rtlCol="0" anchor="ctr"/>
          <a:lstStyle/>
          <a:p>
            <a:pPr marL="0" indent="0">
              <a:buNone/>
            </a:pPr>
            <a:r>
              <a:rPr lang="en-US" sz="2000" b="1" dirty="0">
                <a:solidFill>
                  <a:srgbClr val="1C1C1C"/>
                </a:solidFill>
                <a:latin typeface="Arial" pitchFamily="34" charset="0"/>
                <a:ea typeface="Arial" pitchFamily="34" charset="-122"/>
                <a:cs typeface="Arial" pitchFamily="34" charset="-120"/>
              </a:rPr>
              <a:t>Large, Consistent Holiday Effect</a:t>
            </a:r>
            <a:endParaRPr lang="en-US" sz="2000" dirty="0"/>
          </a:p>
        </p:txBody>
      </p:sp>
      <p:sp>
        <p:nvSpPr>
          <p:cNvPr id="15" name="Text 13"/>
          <p:cNvSpPr txBox="1"/>
          <p:nvPr/>
        </p:nvSpPr>
        <p:spPr>
          <a:xfrm>
            <a:off x="685800" y="5056632"/>
            <a:ext cx="6035040" cy="685800"/>
          </a:xfrm>
          <a:prstGeom prst="rect">
            <a:avLst/>
          </a:prstGeom>
          <a:noFill/>
          <a:ln/>
        </p:spPr>
        <p:txBody>
          <a:bodyPr wrap="square" lIns="0" tIns="0" rIns="0" bIns="0" rtlCol="0" anchor="ctr"/>
          <a:lstStyle/>
          <a:p>
            <a:pPr marL="0" indent="0">
              <a:lnSpc>
                <a:spcPct val="120000"/>
              </a:lnSpc>
              <a:buNone/>
            </a:pPr>
            <a:r>
              <a:rPr lang="en-US" sz="1400" b="1" dirty="0">
                <a:solidFill>
                  <a:srgbClr val="7F7F7F"/>
                </a:solidFill>
                <a:latin typeface="Arial" pitchFamily="34" charset="0"/>
                <a:ea typeface="Arial" pitchFamily="34" charset="-122"/>
                <a:cs typeface="Arial" pitchFamily="34" charset="-120"/>
              </a:rPr>
              <a:t>Christmas and New Year's Day both show roughly a 46% drop versus a typical day.</a:t>
            </a:r>
            <a:endParaRPr lang="en-US" sz="1400" b="1" dirty="0"/>
          </a:p>
        </p:txBody>
      </p:sp>
      <p:sp>
        <p:nvSpPr>
          <p:cNvPr id="16" name="Shape 14"/>
          <p:cNvSpPr/>
          <p:nvPr/>
        </p:nvSpPr>
        <p:spPr>
          <a:xfrm>
            <a:off x="7251192" y="1691640"/>
            <a:ext cx="3566160" cy="4206240"/>
          </a:xfrm>
          <a:prstGeom prst="roundRect">
            <a:avLst>
              <a:gd name="adj" fmla="val 2051"/>
            </a:avLst>
          </a:prstGeom>
          <a:solidFill>
            <a:srgbClr val="193EB0"/>
          </a:solidFill>
          <a:ln w="12700">
            <a:solidFill>
              <a:srgbClr val="193EB0"/>
            </a:solidFill>
            <a:prstDash val="solid"/>
          </a:ln>
        </p:spPr>
        <p:txBody>
          <a:bodyPr/>
          <a:lstStyle/>
          <a:p>
            <a:endParaRPr lang="en-US"/>
          </a:p>
        </p:txBody>
      </p:sp>
      <p:sp>
        <p:nvSpPr>
          <p:cNvPr id="17" name="Text 15"/>
          <p:cNvSpPr txBox="1"/>
          <p:nvPr/>
        </p:nvSpPr>
        <p:spPr>
          <a:xfrm>
            <a:off x="7599937" y="1874520"/>
            <a:ext cx="3108960" cy="256032"/>
          </a:xfrm>
          <a:prstGeom prst="rect">
            <a:avLst/>
          </a:prstGeom>
          <a:noFill/>
          <a:ln/>
        </p:spPr>
        <p:txBody>
          <a:bodyPr wrap="square" lIns="0" tIns="0" rIns="0" bIns="0" rtlCol="0" anchor="ctr"/>
          <a:lstStyle/>
          <a:p>
            <a:pPr marL="0" indent="0">
              <a:buNone/>
            </a:pPr>
            <a:r>
              <a:rPr lang="en-US" sz="2000" b="1" kern="0" spc="120" dirty="0">
                <a:solidFill>
                  <a:schemeClr val="bg1"/>
                </a:solidFill>
                <a:latin typeface="Arial" pitchFamily="34" charset="0"/>
                <a:ea typeface="Arial" pitchFamily="34" charset="-122"/>
                <a:cs typeface="Arial" pitchFamily="34" charset="-120"/>
              </a:rPr>
              <a:t>WHAT WE'D DO NEXT</a:t>
            </a:r>
            <a:endParaRPr lang="en-US" sz="2000" dirty="0">
              <a:solidFill>
                <a:schemeClr val="bg1"/>
              </a:solidFill>
            </a:endParaRPr>
          </a:p>
        </p:txBody>
      </p:sp>
      <p:sp>
        <p:nvSpPr>
          <p:cNvPr id="18" name="Text 16"/>
          <p:cNvSpPr txBox="1"/>
          <p:nvPr/>
        </p:nvSpPr>
        <p:spPr>
          <a:xfrm>
            <a:off x="7516599" y="2368180"/>
            <a:ext cx="365760" cy="365760"/>
          </a:xfrm>
          <a:prstGeom prst="rect">
            <a:avLst/>
          </a:prstGeom>
          <a:noFill/>
          <a:ln/>
        </p:spPr>
        <p:txBody>
          <a:bodyPr wrap="square" lIns="0" tIns="0" rIns="0" bIns="0" rtlCol="0" anchor="ctr"/>
          <a:lstStyle/>
          <a:p>
            <a:pPr marL="0" indent="0">
              <a:buNone/>
            </a:pPr>
            <a:r>
              <a:rPr lang="en-US" sz="1500" b="1" dirty="0">
                <a:solidFill>
                  <a:schemeClr val="bg1"/>
                </a:solidFill>
                <a:latin typeface="Arial" pitchFamily="34" charset="0"/>
                <a:ea typeface="Arial" pitchFamily="34" charset="-122"/>
                <a:cs typeface="Arial" pitchFamily="34" charset="-120"/>
              </a:rPr>
              <a:t>1</a:t>
            </a:r>
            <a:endParaRPr lang="en-US" sz="1500" dirty="0">
              <a:solidFill>
                <a:schemeClr val="bg1"/>
              </a:solidFill>
            </a:endParaRPr>
          </a:p>
        </p:txBody>
      </p:sp>
      <p:sp>
        <p:nvSpPr>
          <p:cNvPr id="19" name="Text 17"/>
          <p:cNvSpPr txBox="1"/>
          <p:nvPr/>
        </p:nvSpPr>
        <p:spPr>
          <a:xfrm>
            <a:off x="7909560" y="2240280"/>
            <a:ext cx="2743200" cy="777240"/>
          </a:xfrm>
          <a:prstGeom prst="rect">
            <a:avLst/>
          </a:prstGeom>
          <a:noFill/>
          <a:ln/>
        </p:spPr>
        <p:txBody>
          <a:bodyPr wrap="square" lIns="0" tIns="0" rIns="0" bIns="0" rtlCol="0" anchor="ctr"/>
          <a:lstStyle/>
          <a:p>
            <a:pPr marL="0" indent="0">
              <a:lnSpc>
                <a:spcPct val="120000"/>
              </a:lnSpc>
              <a:buNone/>
            </a:pPr>
            <a:r>
              <a:rPr lang="en-US" sz="1400" b="1" dirty="0">
                <a:solidFill>
                  <a:schemeClr val="bg1"/>
                </a:solidFill>
                <a:latin typeface="Arial" pitchFamily="34" charset="0"/>
                <a:ea typeface="Arial" pitchFamily="34" charset="-122"/>
                <a:cs typeface="Arial" pitchFamily="34" charset="-120"/>
              </a:rPr>
              <a:t>Retrain the model quarterly as new traffic data arrives.</a:t>
            </a:r>
            <a:endParaRPr lang="en-US" sz="1400" b="1" dirty="0">
              <a:solidFill>
                <a:schemeClr val="bg1"/>
              </a:solidFill>
            </a:endParaRPr>
          </a:p>
        </p:txBody>
      </p:sp>
      <p:sp>
        <p:nvSpPr>
          <p:cNvPr id="20" name="Text 18"/>
          <p:cNvSpPr txBox="1"/>
          <p:nvPr/>
        </p:nvSpPr>
        <p:spPr>
          <a:xfrm>
            <a:off x="7498080" y="3136392"/>
            <a:ext cx="365760" cy="365760"/>
          </a:xfrm>
          <a:prstGeom prst="rect">
            <a:avLst/>
          </a:prstGeom>
          <a:noFill/>
          <a:ln/>
        </p:spPr>
        <p:txBody>
          <a:bodyPr wrap="square" lIns="0" tIns="0" rIns="0" bIns="0" rtlCol="0" anchor="ctr"/>
          <a:lstStyle/>
          <a:p>
            <a:pPr marL="0" indent="0">
              <a:buNone/>
            </a:pPr>
            <a:r>
              <a:rPr lang="en-US" sz="1500" b="1" dirty="0">
                <a:solidFill>
                  <a:schemeClr val="bg1"/>
                </a:solidFill>
                <a:latin typeface="Arial" pitchFamily="34" charset="0"/>
                <a:ea typeface="Arial" pitchFamily="34" charset="-122"/>
                <a:cs typeface="Arial" pitchFamily="34" charset="-120"/>
              </a:rPr>
              <a:t>2</a:t>
            </a:r>
            <a:endParaRPr lang="en-US" sz="1500" dirty="0">
              <a:solidFill>
                <a:schemeClr val="bg1"/>
              </a:solidFill>
            </a:endParaRPr>
          </a:p>
        </p:txBody>
      </p:sp>
      <p:sp>
        <p:nvSpPr>
          <p:cNvPr id="21" name="Text 19"/>
          <p:cNvSpPr txBox="1"/>
          <p:nvPr/>
        </p:nvSpPr>
        <p:spPr>
          <a:xfrm>
            <a:off x="7909560" y="3033245"/>
            <a:ext cx="2743200" cy="777240"/>
          </a:xfrm>
          <a:prstGeom prst="rect">
            <a:avLst/>
          </a:prstGeom>
          <a:noFill/>
          <a:ln/>
        </p:spPr>
        <p:txBody>
          <a:bodyPr wrap="square" lIns="0" tIns="0" rIns="0" bIns="0" rtlCol="0" anchor="ctr"/>
          <a:lstStyle/>
          <a:p>
            <a:pPr marL="0" indent="0">
              <a:lnSpc>
                <a:spcPct val="120000"/>
              </a:lnSpc>
              <a:buNone/>
            </a:pPr>
            <a:r>
              <a:rPr lang="en-US" sz="1400" b="1" dirty="0">
                <a:solidFill>
                  <a:schemeClr val="bg1"/>
                </a:solidFill>
                <a:latin typeface="Arial" pitchFamily="34" charset="0"/>
                <a:ea typeface="Arial" pitchFamily="34" charset="-122"/>
                <a:cs typeface="Arial" pitchFamily="34" charset="-120"/>
              </a:rPr>
              <a:t>Monitor live prediction error for concept drift over time.</a:t>
            </a:r>
            <a:endParaRPr lang="en-US" sz="1400" b="1" dirty="0">
              <a:solidFill>
                <a:schemeClr val="bg1"/>
              </a:solidFill>
            </a:endParaRPr>
          </a:p>
        </p:txBody>
      </p:sp>
      <p:sp>
        <p:nvSpPr>
          <p:cNvPr id="22" name="Text 20"/>
          <p:cNvSpPr txBox="1"/>
          <p:nvPr/>
        </p:nvSpPr>
        <p:spPr>
          <a:xfrm>
            <a:off x="7498080" y="4032504"/>
            <a:ext cx="365760" cy="365760"/>
          </a:xfrm>
          <a:prstGeom prst="rect">
            <a:avLst/>
          </a:prstGeom>
          <a:noFill/>
          <a:ln/>
        </p:spPr>
        <p:txBody>
          <a:bodyPr wrap="square" lIns="0" tIns="0" rIns="0" bIns="0" rtlCol="0" anchor="ctr"/>
          <a:lstStyle/>
          <a:p>
            <a:pPr marL="0" indent="0">
              <a:buNone/>
            </a:pPr>
            <a:r>
              <a:rPr lang="en-US" sz="1500" b="1" dirty="0">
                <a:solidFill>
                  <a:schemeClr val="bg1"/>
                </a:solidFill>
                <a:latin typeface="Arial" pitchFamily="34" charset="0"/>
                <a:ea typeface="Arial" pitchFamily="34" charset="-122"/>
                <a:cs typeface="Arial" pitchFamily="34" charset="-120"/>
              </a:rPr>
              <a:t>3</a:t>
            </a:r>
            <a:endParaRPr lang="en-US" sz="1500" dirty="0">
              <a:solidFill>
                <a:schemeClr val="bg1"/>
              </a:solidFill>
            </a:endParaRPr>
          </a:p>
        </p:txBody>
      </p:sp>
      <p:sp>
        <p:nvSpPr>
          <p:cNvPr id="23" name="Text 21"/>
          <p:cNvSpPr txBox="1"/>
          <p:nvPr/>
        </p:nvSpPr>
        <p:spPr>
          <a:xfrm>
            <a:off x="7909560" y="4039263"/>
            <a:ext cx="2743200" cy="777240"/>
          </a:xfrm>
          <a:prstGeom prst="rect">
            <a:avLst/>
          </a:prstGeom>
          <a:noFill/>
          <a:ln/>
        </p:spPr>
        <p:txBody>
          <a:bodyPr wrap="square" lIns="0" tIns="0" rIns="0" bIns="0" rtlCol="0" anchor="ctr"/>
          <a:lstStyle/>
          <a:p>
            <a:pPr marL="0" indent="0">
              <a:lnSpc>
                <a:spcPct val="120000"/>
              </a:lnSpc>
              <a:buNone/>
            </a:pPr>
            <a:r>
              <a:rPr lang="en-US" sz="1400" b="1" dirty="0">
                <a:solidFill>
                  <a:schemeClr val="bg1"/>
                </a:solidFill>
                <a:latin typeface="Arial" pitchFamily="34" charset="0"/>
                <a:ea typeface="Arial" pitchFamily="34" charset="-122"/>
                <a:cs typeface="Arial" pitchFamily="34" charset="-120"/>
              </a:rPr>
              <a:t>Add external events — incidents, construction — as features.</a:t>
            </a:r>
            <a:endParaRPr lang="en-US" sz="1400" b="1" dirty="0">
              <a:solidFill>
                <a:schemeClr val="bg1"/>
              </a:solidFill>
            </a:endParaRPr>
          </a:p>
        </p:txBody>
      </p:sp>
      <p:sp>
        <p:nvSpPr>
          <p:cNvPr id="24" name="Text 22"/>
          <p:cNvSpPr txBox="1"/>
          <p:nvPr/>
        </p:nvSpPr>
        <p:spPr>
          <a:xfrm>
            <a:off x="7498080" y="4928616"/>
            <a:ext cx="365760" cy="365760"/>
          </a:xfrm>
          <a:prstGeom prst="rect">
            <a:avLst/>
          </a:prstGeom>
          <a:noFill/>
          <a:ln/>
        </p:spPr>
        <p:txBody>
          <a:bodyPr wrap="square" lIns="0" tIns="0" rIns="0" bIns="0" rtlCol="0" anchor="ctr"/>
          <a:lstStyle/>
          <a:p>
            <a:pPr marL="0" indent="0">
              <a:buNone/>
            </a:pPr>
            <a:r>
              <a:rPr lang="en-US" sz="1500" b="1" dirty="0">
                <a:solidFill>
                  <a:schemeClr val="bg1"/>
                </a:solidFill>
                <a:latin typeface="Arial" pitchFamily="34" charset="0"/>
                <a:ea typeface="Arial" pitchFamily="34" charset="-122"/>
                <a:cs typeface="Arial" pitchFamily="34" charset="-120"/>
              </a:rPr>
              <a:t>4</a:t>
            </a:r>
            <a:endParaRPr lang="en-US" sz="1500" dirty="0">
              <a:solidFill>
                <a:schemeClr val="bg1"/>
              </a:solidFill>
            </a:endParaRPr>
          </a:p>
        </p:txBody>
      </p:sp>
      <p:sp>
        <p:nvSpPr>
          <p:cNvPr id="25" name="Text 23"/>
          <p:cNvSpPr txBox="1"/>
          <p:nvPr/>
        </p:nvSpPr>
        <p:spPr>
          <a:xfrm>
            <a:off x="7909560" y="4847870"/>
            <a:ext cx="2743200" cy="777240"/>
          </a:xfrm>
          <a:prstGeom prst="rect">
            <a:avLst/>
          </a:prstGeom>
          <a:noFill/>
          <a:ln/>
        </p:spPr>
        <p:txBody>
          <a:bodyPr wrap="square" lIns="0" tIns="0" rIns="0" bIns="0" rtlCol="0" anchor="ctr"/>
          <a:lstStyle/>
          <a:p>
            <a:pPr marL="0" indent="0">
              <a:lnSpc>
                <a:spcPct val="120000"/>
              </a:lnSpc>
              <a:buNone/>
            </a:pPr>
            <a:r>
              <a:rPr lang="en-US" sz="1400" b="1" dirty="0">
                <a:solidFill>
                  <a:schemeClr val="bg1"/>
                </a:solidFill>
                <a:latin typeface="Arial" pitchFamily="34" charset="0"/>
                <a:ea typeface="Arial" pitchFamily="34" charset="-122"/>
                <a:cs typeface="Arial" pitchFamily="34" charset="-120"/>
              </a:rPr>
              <a:t>Explore an ensemble with real-time traffic sensor feeds.</a:t>
            </a:r>
            <a:endParaRPr lang="en-US" sz="1400" b="1" dirty="0">
              <a:solidFill>
                <a:schemeClr val="bg1"/>
              </a:solidFill>
            </a:endParaRPr>
          </a:p>
        </p:txBody>
      </p:sp>
      <p:sp>
        <p:nvSpPr>
          <p:cNvPr id="27" name="Text 25"/>
          <p:cNvSpPr txBox="1"/>
          <p:nvPr/>
        </p:nvSpPr>
        <p:spPr>
          <a:xfrm>
            <a:off x="11274552" y="6547104"/>
            <a:ext cx="457200" cy="237744"/>
          </a:xfrm>
          <a:prstGeom prst="rect">
            <a:avLst/>
          </a:prstGeom>
          <a:noFill/>
          <a:ln/>
        </p:spPr>
        <p:txBody>
          <a:bodyPr wrap="square" rtlCol="0" anchor="ctr"/>
          <a:lstStyle/>
          <a:p>
            <a:pPr marL="0" indent="0" algn="r">
              <a:buNone/>
            </a:pPr>
            <a:r>
              <a:rPr lang="en-US" sz="850" dirty="0">
                <a:solidFill>
                  <a:srgbClr val="BFBFBF"/>
                </a:solidFill>
                <a:latin typeface="Arial" pitchFamily="34" charset="0"/>
                <a:ea typeface="Arial" pitchFamily="34" charset="-122"/>
                <a:cs typeface="Arial" pitchFamily="34" charset="-120"/>
              </a:rPr>
              <a:t>15</a:t>
            </a:r>
            <a:endParaRPr lang="en-US" sz="850" dirty="0"/>
          </a:p>
        </p:txBody>
      </p:sp>
      <p:sp>
        <p:nvSpPr>
          <p:cNvPr id="29" name="Text 28">
            <a:extLst>
              <a:ext uri="{FF2B5EF4-FFF2-40B4-BE49-F238E27FC236}">
                <a16:creationId xmlns:a16="http://schemas.microsoft.com/office/drawing/2014/main" id="{AD1CFED0-547C-C6E4-1F3B-26533A7823FF}"/>
              </a:ext>
            </a:extLst>
          </p:cNvPr>
          <p:cNvSpPr txBox="1"/>
          <p:nvPr/>
        </p:nvSpPr>
        <p:spPr>
          <a:xfrm>
            <a:off x="310896" y="6375291"/>
            <a:ext cx="5486400" cy="237744"/>
          </a:xfrm>
          <a:prstGeom prst="rect">
            <a:avLst/>
          </a:prstGeom>
          <a:noFill/>
          <a:ln/>
        </p:spPr>
        <p:txBody>
          <a:bodyPr wrap="square" rtlCol="0" anchor="ctr"/>
          <a:lstStyle/>
          <a:p>
            <a:pPr>
              <a:lnSpc>
                <a:spcPts val="1560"/>
              </a:lnSpc>
            </a:pPr>
            <a:r>
              <a:rPr lang="en-US" sz="900" dirty="0">
                <a:solidFill>
                  <a:srgbClr val="7F7F7F"/>
                </a:solidFill>
                <a:latin typeface="Arial MT Pro"/>
                <a:ea typeface="Arial MT Pro"/>
                <a:cs typeface="Arial MT Pro"/>
                <a:sym typeface="Arial MT Pro"/>
              </a:rPr>
              <a:t>Samsung Innovation Campus</a:t>
            </a:r>
          </a:p>
        </p:txBody>
      </p:sp>
      <p:sp>
        <p:nvSpPr>
          <p:cNvPr id="31" name="AutoShape 4">
            <a:extLst>
              <a:ext uri="{FF2B5EF4-FFF2-40B4-BE49-F238E27FC236}">
                <a16:creationId xmlns:a16="http://schemas.microsoft.com/office/drawing/2014/main" id="{84DE8B09-C8C4-9426-F0EA-5F9E1E36C272}"/>
              </a:ext>
            </a:extLst>
          </p:cNvPr>
          <p:cNvSpPr/>
          <p:nvPr/>
        </p:nvSpPr>
        <p:spPr>
          <a:xfrm rot="3727" flipV="1">
            <a:off x="457203" y="6207894"/>
            <a:ext cx="10360146" cy="11912"/>
          </a:xfrm>
          <a:prstGeom prst="line">
            <a:avLst/>
          </a:prstGeom>
          <a:ln w="9525" cap="rnd">
            <a:solidFill>
              <a:srgbClr val="BFBFBF"/>
            </a:solidFill>
            <a:prstDash val="solid"/>
            <a:headEnd type="none" w="sm" len="sm"/>
            <a:tailEnd type="none" w="sm" len="sm"/>
          </a:ln>
        </p:spPr>
        <p:txBody>
          <a:bodyPr/>
          <a:lstStyle/>
          <a:p>
            <a:endParaRPr lang="en-US" dirty="0"/>
          </a:p>
        </p:txBody>
      </p:sp>
      <p:grpSp>
        <p:nvGrpSpPr>
          <p:cNvPr id="32" name="Group 2">
            <a:extLst>
              <a:ext uri="{FF2B5EF4-FFF2-40B4-BE49-F238E27FC236}">
                <a16:creationId xmlns:a16="http://schemas.microsoft.com/office/drawing/2014/main" id="{8185ECA6-C9C1-FD20-3386-04ECC60EA9EF}"/>
              </a:ext>
            </a:extLst>
          </p:cNvPr>
          <p:cNvGrpSpPr/>
          <p:nvPr/>
        </p:nvGrpSpPr>
        <p:grpSpPr>
          <a:xfrm>
            <a:off x="-1" y="-1"/>
            <a:ext cx="12192001" cy="1046527"/>
            <a:chOff x="0" y="0"/>
            <a:chExt cx="13203767" cy="2760717"/>
          </a:xfrm>
        </p:grpSpPr>
        <p:sp>
          <p:nvSpPr>
            <p:cNvPr id="33" name="Freeform 3">
              <a:extLst>
                <a:ext uri="{FF2B5EF4-FFF2-40B4-BE49-F238E27FC236}">
                  <a16:creationId xmlns:a16="http://schemas.microsoft.com/office/drawing/2014/main" id="{6F262125-B3E6-7FB3-0BF0-A6A712D47A86}"/>
                </a:ext>
              </a:extLst>
            </p:cNvPr>
            <p:cNvSpPr/>
            <p:nvPr/>
          </p:nvSpPr>
          <p:spPr>
            <a:xfrm>
              <a:off x="0" y="0"/>
              <a:ext cx="13203810" cy="2760726"/>
            </a:xfrm>
            <a:custGeom>
              <a:avLst/>
              <a:gdLst/>
              <a:ahLst/>
              <a:cxnLst/>
              <a:rect l="l" t="t" r="r" b="b"/>
              <a:pathLst>
                <a:path w="13203810" h="2760726">
                  <a:moveTo>
                    <a:pt x="0" y="0"/>
                  </a:moveTo>
                  <a:lnTo>
                    <a:pt x="13203810" y="0"/>
                  </a:lnTo>
                  <a:lnTo>
                    <a:pt x="13203810" y="2760726"/>
                  </a:lnTo>
                  <a:lnTo>
                    <a:pt x="0" y="2760726"/>
                  </a:lnTo>
                  <a:close/>
                </a:path>
              </a:pathLst>
            </a:custGeom>
            <a:solidFill>
              <a:srgbClr val="193EB0"/>
            </a:solidFill>
          </p:spPr>
          <p:txBody>
            <a:bodyPr/>
            <a:lstStyle/>
            <a:p>
              <a:endParaRPr lang="en-US" dirty="0"/>
            </a:p>
          </p:txBody>
        </p:sp>
      </p:grpSp>
      <p:sp>
        <p:nvSpPr>
          <p:cNvPr id="4" name="Text 2"/>
          <p:cNvSpPr txBox="1"/>
          <p:nvPr/>
        </p:nvSpPr>
        <p:spPr>
          <a:xfrm>
            <a:off x="4416552" y="393076"/>
            <a:ext cx="7315200" cy="274320"/>
          </a:xfrm>
          <a:prstGeom prst="rect">
            <a:avLst/>
          </a:prstGeom>
          <a:noFill/>
          <a:ln/>
        </p:spPr>
        <p:txBody>
          <a:bodyPr wrap="square" rtlCol="0" anchor="ctr"/>
          <a:lstStyle/>
          <a:p>
            <a:pPr marL="0" indent="0">
              <a:buNone/>
            </a:pPr>
            <a:r>
              <a:rPr lang="en-US" sz="3600" b="1" kern="0" spc="200" dirty="0">
                <a:solidFill>
                  <a:schemeClr val="bg1"/>
                </a:solidFill>
                <a:latin typeface="Arial" pitchFamily="34" charset="0"/>
                <a:ea typeface="Arial" pitchFamily="34" charset="-122"/>
                <a:cs typeface="Arial" pitchFamily="34" charset="-120"/>
              </a:rPr>
              <a:t>SYNTHESIS</a:t>
            </a:r>
            <a:endParaRPr lang="en-US" sz="3600" dirty="0">
              <a:solidFill>
                <a:schemeClr val="bg1"/>
              </a:solidFill>
            </a:endParaRPr>
          </a:p>
        </p:txBody>
      </p:sp>
    </p:spTree>
  </p:cSld>
  <p:clrMapOvr>
    <a:masterClrMapping/>
  </p:clrMapOvr>
  <mc:AlternateContent xmlns:mc="http://schemas.openxmlformats.org/markup-compatibility/2006">
    <mc:Choice xmlns:p159="http://schemas.microsoft.com/office/powerpoint/2015/09/main" Requires="p159">
      <p:transition xmlns:p14="http://schemas.microsoft.com/office/powerpoint/2010/main" spd="slow" p14:dur="2000">
        <p159:morph option="byObject"/>
      </p:transition>
    </mc:Choice>
    <mc:Fallback>
      <p:transition spd="slow">
        <p:fade/>
      </p:transition>
    </mc:Fallback>
  </mc:AlternateContent>
</p:sld>
</file>

<file path=ppt/slides/slide17.xml><?xml version="1.0" encoding="utf-8"?>
<p:sld xmlns:a="http://schemas.openxmlformats.org/drawingml/2006/main" xmlns:r="http://schemas.openxmlformats.org/officeDocument/2006/relationships" xmlns:p="http://schemas.openxmlformats.org/presentationml/2006/main">
  <p:cSld name="Slide 16">
    <p:bg>
      <p:bgPr>
        <a:solidFill>
          <a:srgbClr val="193EB0"/>
        </a:solidFill>
        <a:effectLst/>
      </p:bgPr>
    </p:bg>
    <p:spTree>
      <p:nvGrpSpPr>
        <p:cNvPr id="1" name=""/>
        <p:cNvGrpSpPr/>
        <p:nvPr/>
      </p:nvGrpSpPr>
      <p:grpSpPr>
        <a:xfrm>
          <a:off x="0" y="0"/>
          <a:ext cx="0" cy="0"/>
          <a:chOff x="0" y="0"/>
          <a:chExt cx="0" cy="0"/>
        </a:xfrm>
      </p:grpSpPr>
      <p:sp>
        <p:nvSpPr>
          <p:cNvPr id="4" name="Text 2"/>
          <p:cNvSpPr txBox="1"/>
          <p:nvPr/>
        </p:nvSpPr>
        <p:spPr>
          <a:xfrm>
            <a:off x="4526859" y="318717"/>
            <a:ext cx="4572000" cy="292608"/>
          </a:xfrm>
          <a:prstGeom prst="rect">
            <a:avLst/>
          </a:prstGeom>
          <a:noFill/>
          <a:ln/>
        </p:spPr>
        <p:txBody>
          <a:bodyPr wrap="square" rtlCol="0" anchor="ctr"/>
          <a:lstStyle/>
          <a:p>
            <a:pPr marL="0" indent="0">
              <a:buNone/>
            </a:pPr>
            <a:r>
              <a:rPr lang="en-US" sz="2800" b="1" kern="0" spc="200" dirty="0">
                <a:solidFill>
                  <a:schemeClr val="bg1"/>
                </a:solidFill>
                <a:latin typeface="Arial" pitchFamily="34" charset="0"/>
                <a:ea typeface="Arial" pitchFamily="34" charset="-122"/>
                <a:cs typeface="Arial" pitchFamily="34" charset="-120"/>
              </a:rPr>
              <a:t>CONCLUSION</a:t>
            </a:r>
            <a:endParaRPr lang="en-US" sz="2800" dirty="0">
              <a:solidFill>
                <a:schemeClr val="bg1"/>
              </a:solidFill>
            </a:endParaRPr>
          </a:p>
        </p:txBody>
      </p:sp>
      <p:sp>
        <p:nvSpPr>
          <p:cNvPr id="5" name="Text 3"/>
          <p:cNvSpPr txBox="1"/>
          <p:nvPr/>
        </p:nvSpPr>
        <p:spPr>
          <a:xfrm>
            <a:off x="822960" y="1005840"/>
            <a:ext cx="10058400" cy="548640"/>
          </a:xfrm>
          <a:prstGeom prst="rect">
            <a:avLst/>
          </a:prstGeom>
          <a:noFill/>
          <a:ln/>
        </p:spPr>
        <p:txBody>
          <a:bodyPr wrap="square" rtlCol="0" anchor="ctr"/>
          <a:lstStyle/>
          <a:p>
            <a:pPr marL="0" indent="0">
              <a:buNone/>
            </a:pPr>
            <a:r>
              <a:rPr lang="en-US" sz="2800" b="1" dirty="0">
                <a:solidFill>
                  <a:srgbClr val="FFFFFF"/>
                </a:solidFill>
                <a:latin typeface="Arial" pitchFamily="34" charset="0"/>
                <a:ea typeface="Arial" pitchFamily="34" charset="-122"/>
                <a:cs typeface="Arial" pitchFamily="34" charset="-120"/>
              </a:rPr>
              <a:t>Conclusion &amp; Future Roadmap</a:t>
            </a:r>
            <a:endParaRPr lang="en-US" sz="2800" dirty="0"/>
          </a:p>
        </p:txBody>
      </p:sp>
      <p:sp>
        <p:nvSpPr>
          <p:cNvPr id="6" name="Text 4"/>
          <p:cNvSpPr txBox="1"/>
          <p:nvPr/>
        </p:nvSpPr>
        <p:spPr>
          <a:xfrm>
            <a:off x="822960" y="1691640"/>
            <a:ext cx="10058400" cy="685800"/>
          </a:xfrm>
          <a:prstGeom prst="rect">
            <a:avLst/>
          </a:prstGeom>
          <a:noFill/>
          <a:ln/>
        </p:spPr>
        <p:txBody>
          <a:bodyPr wrap="square" rtlCol="0" anchor="ctr"/>
          <a:lstStyle/>
          <a:p>
            <a:pPr marL="0" indent="0">
              <a:lnSpc>
                <a:spcPct val="125000"/>
              </a:lnSpc>
              <a:buNone/>
            </a:pPr>
            <a:r>
              <a:rPr lang="en-US" b="1" dirty="0">
                <a:solidFill>
                  <a:srgbClr val="DCE4F7"/>
                </a:solidFill>
                <a:latin typeface="Arial" pitchFamily="34" charset="0"/>
                <a:ea typeface="Arial" pitchFamily="34" charset="-122"/>
                <a:cs typeface="Arial" pitchFamily="34" charset="-120"/>
              </a:rPr>
              <a:t>A working, deployed forecasting system was built and validated on 40,564 hourly records, reaching a test R² of 0.9594 with XGBoost — comfortably ahead of the 0.90 target, and live in production today.</a:t>
            </a:r>
            <a:endParaRPr lang="en-US" b="1" dirty="0"/>
          </a:p>
        </p:txBody>
      </p:sp>
      <p:sp>
        <p:nvSpPr>
          <p:cNvPr id="7" name="Shape 5"/>
          <p:cNvSpPr/>
          <p:nvPr/>
        </p:nvSpPr>
        <p:spPr>
          <a:xfrm>
            <a:off x="822960" y="2788920"/>
            <a:ext cx="3026664" cy="3017520"/>
          </a:xfrm>
          <a:prstGeom prst="roundRect">
            <a:avLst>
              <a:gd name="adj" fmla="val 2424"/>
            </a:avLst>
          </a:prstGeom>
          <a:solidFill>
            <a:schemeClr val="dk1">
              <a:alpha val="50000"/>
            </a:schemeClr>
          </a:solidFill>
          <a:ln>
            <a:noFill/>
          </a:ln>
        </p:spPr>
        <p:style>
          <a:lnRef idx="0">
            <a:scrgbClr r="0" g="0" b="0"/>
          </a:lnRef>
          <a:fillRef idx="0">
            <a:scrgbClr r="0" g="0" b="0"/>
          </a:fillRef>
          <a:effectRef idx="0">
            <a:scrgbClr r="0" g="0" b="0"/>
          </a:effectRef>
          <a:fontRef idx="minor">
            <a:schemeClr val="lt1"/>
          </a:fontRef>
        </p:style>
        <p:txBody>
          <a:bodyPr/>
          <a:lstStyle/>
          <a:p>
            <a:endParaRPr lang="en-US"/>
          </a:p>
        </p:txBody>
      </p:sp>
      <p:sp>
        <p:nvSpPr>
          <p:cNvPr id="9" name="Text 7"/>
          <p:cNvSpPr txBox="1"/>
          <p:nvPr/>
        </p:nvSpPr>
        <p:spPr>
          <a:xfrm>
            <a:off x="1178881" y="2971800"/>
            <a:ext cx="2569464" cy="685800"/>
          </a:xfrm>
          <a:prstGeom prst="rect">
            <a:avLst/>
          </a:prstGeom>
          <a:noFill/>
          <a:ln/>
        </p:spPr>
        <p:txBody>
          <a:bodyPr wrap="square" lIns="0" tIns="0" rIns="0" bIns="0" rtlCol="0" anchor="ctr"/>
          <a:lstStyle/>
          <a:p>
            <a:pPr marL="0" indent="0">
              <a:lnSpc>
                <a:spcPct val="110000"/>
              </a:lnSpc>
              <a:buNone/>
            </a:pPr>
            <a:r>
              <a:rPr lang="en-US" sz="1600" b="1" dirty="0">
                <a:solidFill>
                  <a:srgbClr val="FFFFFF"/>
                </a:solidFill>
                <a:latin typeface="Arial" pitchFamily="34" charset="0"/>
                <a:ea typeface="Arial" pitchFamily="34" charset="-122"/>
                <a:cs typeface="Arial" pitchFamily="34" charset="-120"/>
              </a:rPr>
              <a:t>Multi-Segment Coverage</a:t>
            </a:r>
            <a:endParaRPr lang="en-US" sz="1600" dirty="0"/>
          </a:p>
        </p:txBody>
      </p:sp>
      <p:sp>
        <p:nvSpPr>
          <p:cNvPr id="10" name="Text 8"/>
          <p:cNvSpPr txBox="1"/>
          <p:nvPr/>
        </p:nvSpPr>
        <p:spPr>
          <a:xfrm>
            <a:off x="1178881" y="3887891"/>
            <a:ext cx="2569464" cy="1280160"/>
          </a:xfrm>
          <a:prstGeom prst="rect">
            <a:avLst/>
          </a:prstGeom>
          <a:noFill/>
          <a:ln/>
        </p:spPr>
        <p:txBody>
          <a:bodyPr wrap="square" lIns="0" tIns="0" rIns="0" bIns="0" rtlCol="0" anchor="ctr"/>
          <a:lstStyle/>
          <a:p>
            <a:pPr marL="0" indent="0">
              <a:lnSpc>
                <a:spcPct val="125000"/>
              </a:lnSpc>
              <a:buNone/>
            </a:pPr>
            <a:r>
              <a:rPr lang="en-US" sz="1600" b="1" dirty="0">
                <a:solidFill>
                  <a:srgbClr val="C3D0EF"/>
                </a:solidFill>
                <a:latin typeface="Arial" pitchFamily="34" charset="0"/>
                <a:ea typeface="Arial" pitchFamily="34" charset="-122"/>
                <a:cs typeface="Arial" pitchFamily="34" charset="-120"/>
              </a:rPr>
              <a:t>Fold in spatial data from other Twin Cities highway sensors, not just I-94 westbound.</a:t>
            </a:r>
            <a:endParaRPr lang="en-US" sz="1600" b="1" dirty="0"/>
          </a:p>
        </p:txBody>
      </p:sp>
      <p:sp>
        <p:nvSpPr>
          <p:cNvPr id="11" name="Shape 9"/>
          <p:cNvSpPr/>
          <p:nvPr/>
        </p:nvSpPr>
        <p:spPr>
          <a:xfrm>
            <a:off x="4123944" y="2788920"/>
            <a:ext cx="3026664" cy="3017520"/>
          </a:xfrm>
          <a:prstGeom prst="roundRect">
            <a:avLst>
              <a:gd name="adj" fmla="val 2424"/>
            </a:avLst>
          </a:prstGeom>
          <a:solidFill>
            <a:schemeClr val="dk1">
              <a:alpha val="50000"/>
            </a:schemeClr>
          </a:solidFill>
          <a:ln>
            <a:noFill/>
          </a:ln>
        </p:spPr>
        <p:style>
          <a:lnRef idx="0">
            <a:scrgbClr r="0" g="0" b="0"/>
          </a:lnRef>
          <a:fillRef idx="0">
            <a:scrgbClr r="0" g="0" b="0"/>
          </a:fillRef>
          <a:effectRef idx="0">
            <a:scrgbClr r="0" g="0" b="0"/>
          </a:effectRef>
          <a:fontRef idx="minor">
            <a:schemeClr val="lt1"/>
          </a:fontRef>
        </p:style>
        <p:txBody>
          <a:bodyPr/>
          <a:lstStyle/>
          <a:p>
            <a:endParaRPr lang="en-US"/>
          </a:p>
        </p:txBody>
      </p:sp>
      <p:sp>
        <p:nvSpPr>
          <p:cNvPr id="13" name="Text 11"/>
          <p:cNvSpPr txBox="1"/>
          <p:nvPr/>
        </p:nvSpPr>
        <p:spPr>
          <a:xfrm>
            <a:off x="4352544" y="2971800"/>
            <a:ext cx="3072384" cy="685800"/>
          </a:xfrm>
          <a:prstGeom prst="rect">
            <a:avLst/>
          </a:prstGeom>
          <a:noFill/>
          <a:ln/>
        </p:spPr>
        <p:txBody>
          <a:bodyPr wrap="square" lIns="0" tIns="0" rIns="0" bIns="0" rtlCol="0" anchor="ctr"/>
          <a:lstStyle/>
          <a:p>
            <a:pPr marL="0" indent="0">
              <a:lnSpc>
                <a:spcPct val="110000"/>
              </a:lnSpc>
              <a:buNone/>
            </a:pPr>
            <a:r>
              <a:rPr lang="en-US" sz="1600" b="1" dirty="0">
                <a:solidFill>
                  <a:srgbClr val="FFFFFF"/>
                </a:solidFill>
                <a:latin typeface="Arial" pitchFamily="34" charset="0"/>
                <a:ea typeface="Arial" pitchFamily="34" charset="-122"/>
                <a:cs typeface="Arial" pitchFamily="34" charset="-120"/>
              </a:rPr>
              <a:t>Incident-Aware Forecasting</a:t>
            </a:r>
            <a:endParaRPr lang="en-US" sz="1600" dirty="0"/>
          </a:p>
        </p:txBody>
      </p:sp>
      <p:sp>
        <p:nvSpPr>
          <p:cNvPr id="14" name="Text 12"/>
          <p:cNvSpPr txBox="1"/>
          <p:nvPr/>
        </p:nvSpPr>
        <p:spPr>
          <a:xfrm>
            <a:off x="4352544" y="3889094"/>
            <a:ext cx="2569464" cy="1280160"/>
          </a:xfrm>
          <a:prstGeom prst="rect">
            <a:avLst/>
          </a:prstGeom>
          <a:noFill/>
          <a:ln/>
        </p:spPr>
        <p:txBody>
          <a:bodyPr wrap="square" lIns="0" tIns="0" rIns="0" bIns="0" rtlCol="0" anchor="ctr"/>
          <a:lstStyle/>
          <a:p>
            <a:pPr marL="0" indent="0">
              <a:lnSpc>
                <a:spcPct val="125000"/>
              </a:lnSpc>
              <a:buNone/>
            </a:pPr>
            <a:r>
              <a:rPr lang="en-US" sz="1600" b="1" dirty="0">
                <a:solidFill>
                  <a:srgbClr val="C3D0EF"/>
                </a:solidFill>
                <a:latin typeface="Arial" pitchFamily="34" charset="0"/>
                <a:ea typeface="Arial" pitchFamily="34" charset="-122"/>
                <a:cs typeface="Arial" pitchFamily="34" charset="-120"/>
              </a:rPr>
              <a:t>Add accidents and road work as features to catch non-recurring congestion.</a:t>
            </a:r>
            <a:endParaRPr lang="en-US" sz="1600" b="1" dirty="0"/>
          </a:p>
        </p:txBody>
      </p:sp>
      <p:sp>
        <p:nvSpPr>
          <p:cNvPr id="15" name="Shape 13"/>
          <p:cNvSpPr/>
          <p:nvPr/>
        </p:nvSpPr>
        <p:spPr>
          <a:xfrm>
            <a:off x="7424928" y="2788920"/>
            <a:ext cx="3026664" cy="3017520"/>
          </a:xfrm>
          <a:prstGeom prst="roundRect">
            <a:avLst>
              <a:gd name="adj" fmla="val 2424"/>
            </a:avLst>
          </a:prstGeom>
          <a:solidFill>
            <a:schemeClr val="dk1">
              <a:alpha val="50000"/>
            </a:schemeClr>
          </a:solidFill>
          <a:ln>
            <a:noFill/>
          </a:ln>
        </p:spPr>
        <p:style>
          <a:lnRef idx="0">
            <a:scrgbClr r="0" g="0" b="0"/>
          </a:lnRef>
          <a:fillRef idx="0">
            <a:scrgbClr r="0" g="0" b="0"/>
          </a:fillRef>
          <a:effectRef idx="0">
            <a:scrgbClr r="0" g="0" b="0"/>
          </a:effectRef>
          <a:fontRef idx="minor">
            <a:schemeClr val="lt1"/>
          </a:fontRef>
        </p:style>
        <p:txBody>
          <a:bodyPr/>
          <a:lstStyle/>
          <a:p>
            <a:endParaRPr lang="en-US"/>
          </a:p>
        </p:txBody>
      </p:sp>
      <p:sp>
        <p:nvSpPr>
          <p:cNvPr id="17" name="Text 15"/>
          <p:cNvSpPr txBox="1"/>
          <p:nvPr/>
        </p:nvSpPr>
        <p:spPr>
          <a:xfrm>
            <a:off x="7814127" y="2971800"/>
            <a:ext cx="2569464" cy="685800"/>
          </a:xfrm>
          <a:prstGeom prst="rect">
            <a:avLst/>
          </a:prstGeom>
          <a:noFill/>
          <a:ln/>
        </p:spPr>
        <p:txBody>
          <a:bodyPr wrap="square" lIns="0" tIns="0" rIns="0" bIns="0" rtlCol="0" anchor="ctr"/>
          <a:lstStyle/>
          <a:p>
            <a:pPr marL="0" indent="0">
              <a:lnSpc>
                <a:spcPct val="110000"/>
              </a:lnSpc>
              <a:buNone/>
            </a:pPr>
            <a:r>
              <a:rPr lang="en-US" sz="1600" b="1" dirty="0">
                <a:solidFill>
                  <a:srgbClr val="FFFFFF"/>
                </a:solidFill>
                <a:latin typeface="Arial" pitchFamily="34" charset="0"/>
                <a:ea typeface="Arial" pitchFamily="34" charset="-122"/>
                <a:cs typeface="Arial" pitchFamily="34" charset="-120"/>
              </a:rPr>
              <a:t>Continuous Retraining</a:t>
            </a:r>
            <a:endParaRPr lang="en-US" sz="1600" dirty="0"/>
          </a:p>
        </p:txBody>
      </p:sp>
      <p:sp>
        <p:nvSpPr>
          <p:cNvPr id="18" name="Text 16"/>
          <p:cNvSpPr txBox="1"/>
          <p:nvPr/>
        </p:nvSpPr>
        <p:spPr>
          <a:xfrm>
            <a:off x="7653528" y="3889094"/>
            <a:ext cx="2569464" cy="1280160"/>
          </a:xfrm>
          <a:prstGeom prst="rect">
            <a:avLst/>
          </a:prstGeom>
          <a:noFill/>
          <a:ln/>
        </p:spPr>
        <p:txBody>
          <a:bodyPr wrap="square" lIns="0" tIns="0" rIns="0" bIns="0" rtlCol="0" anchor="ctr"/>
          <a:lstStyle/>
          <a:p>
            <a:pPr marL="0" indent="0">
              <a:lnSpc>
                <a:spcPct val="125000"/>
              </a:lnSpc>
              <a:buNone/>
            </a:pPr>
            <a:r>
              <a:rPr lang="en-US" sz="1600" b="1" dirty="0">
                <a:solidFill>
                  <a:srgbClr val="C3D0EF"/>
                </a:solidFill>
                <a:latin typeface="Arial" pitchFamily="34" charset="0"/>
                <a:ea typeface="Arial" pitchFamily="34" charset="-122"/>
                <a:cs typeface="Arial" pitchFamily="34" charset="-120"/>
              </a:rPr>
              <a:t>Quarterly retrains with drift monitoring to keep pace with changing traffic patterns.</a:t>
            </a:r>
            <a:endParaRPr lang="en-US" sz="1600" b="1" dirty="0"/>
          </a:p>
        </p:txBody>
      </p:sp>
      <p:sp>
        <p:nvSpPr>
          <p:cNvPr id="20" name="Text 18"/>
          <p:cNvSpPr txBox="1"/>
          <p:nvPr/>
        </p:nvSpPr>
        <p:spPr>
          <a:xfrm>
            <a:off x="11274552" y="6547104"/>
            <a:ext cx="457200" cy="237744"/>
          </a:xfrm>
          <a:prstGeom prst="rect">
            <a:avLst/>
          </a:prstGeom>
          <a:noFill/>
          <a:ln/>
        </p:spPr>
        <p:txBody>
          <a:bodyPr wrap="square" rtlCol="0" anchor="ctr"/>
          <a:lstStyle/>
          <a:p>
            <a:pPr marL="0" indent="0" algn="r">
              <a:buNone/>
            </a:pPr>
            <a:r>
              <a:rPr lang="en-US" sz="850" dirty="0">
                <a:solidFill>
                  <a:srgbClr val="8DA0DA"/>
                </a:solidFill>
                <a:latin typeface="Arial" pitchFamily="34" charset="0"/>
                <a:ea typeface="Arial" pitchFamily="34" charset="-122"/>
                <a:cs typeface="Arial" pitchFamily="34" charset="-120"/>
              </a:rPr>
              <a:t>16</a:t>
            </a:r>
            <a:endParaRPr lang="en-US" sz="850" dirty="0"/>
          </a:p>
        </p:txBody>
      </p:sp>
      <p:sp>
        <p:nvSpPr>
          <p:cNvPr id="22" name="Text 28">
            <a:extLst>
              <a:ext uri="{FF2B5EF4-FFF2-40B4-BE49-F238E27FC236}">
                <a16:creationId xmlns:a16="http://schemas.microsoft.com/office/drawing/2014/main" id="{AC02390F-092F-CFAA-02F6-E13CE9399A52}"/>
              </a:ext>
            </a:extLst>
          </p:cNvPr>
          <p:cNvSpPr txBox="1"/>
          <p:nvPr/>
        </p:nvSpPr>
        <p:spPr>
          <a:xfrm>
            <a:off x="310896" y="6375291"/>
            <a:ext cx="5486400" cy="237744"/>
          </a:xfrm>
          <a:prstGeom prst="rect">
            <a:avLst/>
          </a:prstGeom>
          <a:noFill/>
          <a:ln/>
        </p:spPr>
        <p:txBody>
          <a:bodyPr wrap="square" rtlCol="0" anchor="ctr"/>
          <a:lstStyle/>
          <a:p>
            <a:pPr>
              <a:lnSpc>
                <a:spcPts val="1560"/>
              </a:lnSpc>
            </a:pPr>
            <a:r>
              <a:rPr lang="en-US" sz="900" dirty="0">
                <a:solidFill>
                  <a:schemeClr val="bg1"/>
                </a:solidFill>
                <a:latin typeface="Arial MT Pro"/>
                <a:ea typeface="Arial MT Pro"/>
                <a:cs typeface="Arial MT Pro"/>
                <a:sym typeface="Arial MT Pro"/>
              </a:rPr>
              <a:t>Samsung Innovation Campus</a:t>
            </a:r>
          </a:p>
        </p:txBody>
      </p:sp>
      <p:sp>
        <p:nvSpPr>
          <p:cNvPr id="24" name="AutoShape 4">
            <a:extLst>
              <a:ext uri="{FF2B5EF4-FFF2-40B4-BE49-F238E27FC236}">
                <a16:creationId xmlns:a16="http://schemas.microsoft.com/office/drawing/2014/main" id="{91A96112-C5F5-2175-D1FA-FD1E6F477EB5}"/>
              </a:ext>
            </a:extLst>
          </p:cNvPr>
          <p:cNvSpPr/>
          <p:nvPr/>
        </p:nvSpPr>
        <p:spPr>
          <a:xfrm rot="3727" flipV="1">
            <a:off x="457203" y="6207894"/>
            <a:ext cx="10360146" cy="11912"/>
          </a:xfrm>
          <a:prstGeom prst="line">
            <a:avLst/>
          </a:prstGeom>
          <a:ln w="9525" cap="rnd">
            <a:solidFill>
              <a:srgbClr val="BFBFBF"/>
            </a:solidFill>
            <a:prstDash val="solid"/>
            <a:headEnd type="none" w="sm" len="sm"/>
            <a:tailEnd type="none" w="sm" len="sm"/>
          </a:ln>
        </p:spPr>
        <p:txBody>
          <a:bodyPr/>
          <a:lstStyle/>
          <a:p>
            <a:endParaRPr lang="en-US" dirty="0"/>
          </a:p>
        </p:txBody>
      </p:sp>
      <p:sp>
        <p:nvSpPr>
          <p:cNvPr id="26" name="Shape 0">
            <a:extLst>
              <a:ext uri="{FF2B5EF4-FFF2-40B4-BE49-F238E27FC236}">
                <a16:creationId xmlns:a16="http://schemas.microsoft.com/office/drawing/2014/main" id="{D1319491-F637-C027-59C0-B1A5BDC0F356}"/>
              </a:ext>
            </a:extLst>
          </p:cNvPr>
          <p:cNvSpPr/>
          <p:nvPr/>
        </p:nvSpPr>
        <p:spPr>
          <a:xfrm>
            <a:off x="-5486400" y="-3794760"/>
            <a:ext cx="5486400" cy="5486400"/>
          </a:xfrm>
          <a:prstGeom prst="ellipse">
            <a:avLst/>
          </a:prstGeom>
          <a:solidFill>
            <a:srgbClr val="102A7A"/>
          </a:solidFill>
          <a:ln/>
        </p:spPr>
        <p:txBody>
          <a:bodyPr/>
          <a:lstStyle/>
          <a:p>
            <a:endParaRPr lang="en-US"/>
          </a:p>
        </p:txBody>
      </p:sp>
      <p:sp>
        <p:nvSpPr>
          <p:cNvPr id="28" name="Shape 1">
            <a:extLst>
              <a:ext uri="{FF2B5EF4-FFF2-40B4-BE49-F238E27FC236}">
                <a16:creationId xmlns:a16="http://schemas.microsoft.com/office/drawing/2014/main" id="{4765D74E-A6EA-50BC-4A18-D85BC1976DA7}"/>
              </a:ext>
            </a:extLst>
          </p:cNvPr>
          <p:cNvSpPr/>
          <p:nvPr/>
        </p:nvSpPr>
        <p:spPr>
          <a:xfrm>
            <a:off x="15941040" y="6784848"/>
            <a:ext cx="4023360" cy="4023360"/>
          </a:xfrm>
          <a:prstGeom prst="ellipse">
            <a:avLst/>
          </a:prstGeom>
          <a:solidFill>
            <a:srgbClr val="102A7A"/>
          </a:solidFill>
          <a:ln/>
        </p:spPr>
        <p:txBody>
          <a:bodyPr/>
          <a:lstStyle/>
          <a:p>
            <a:endParaRPr lang="en-US" dirty="0"/>
          </a:p>
        </p:txBody>
      </p:sp>
    </p:spTree>
  </p:cSld>
  <p:clrMapOvr>
    <a:masterClrMapping/>
  </p:clrMapOvr>
  <mc:AlternateContent xmlns:mc="http://schemas.openxmlformats.org/markup-compatibility/2006">
    <mc:Choice xmlns:p159="http://schemas.microsoft.com/office/powerpoint/2015/09/main" Requires="p159">
      <p:transition xmlns:p14="http://schemas.microsoft.com/office/powerpoint/2010/main" spd="slow" p14:dur="2000">
        <p159:morph option="byObject"/>
      </p:transition>
    </mc:Choice>
    <mc:Fallback>
      <p:transition spd="slow">
        <p:fade/>
      </p:transition>
    </mc:Fallback>
  </mc:AlternateContent>
</p:sld>
</file>

<file path=ppt/slides/slide18.xml><?xml version="1.0" encoding="utf-8"?>
<p:sld xmlns:a="http://schemas.openxmlformats.org/drawingml/2006/main" xmlns:r="http://schemas.openxmlformats.org/officeDocument/2006/relationships" xmlns:p="http://schemas.openxmlformats.org/presentationml/2006/main">
  <p:cSld name="Slide 17">
    <p:bg>
      <p:bgPr>
        <a:solidFill>
          <a:srgbClr val="193EB0"/>
        </a:solidFill>
        <a:effectLst/>
      </p:bgPr>
    </p:bg>
    <p:spTree>
      <p:nvGrpSpPr>
        <p:cNvPr id="1" name=""/>
        <p:cNvGrpSpPr/>
        <p:nvPr/>
      </p:nvGrpSpPr>
      <p:grpSpPr>
        <a:xfrm>
          <a:off x="0" y="0"/>
          <a:ext cx="0" cy="0"/>
          <a:chOff x="0" y="0"/>
          <a:chExt cx="0" cy="0"/>
        </a:xfrm>
      </p:grpSpPr>
      <p:sp>
        <p:nvSpPr>
          <p:cNvPr id="2" name="Shape 0"/>
          <p:cNvSpPr/>
          <p:nvPr/>
        </p:nvSpPr>
        <p:spPr>
          <a:xfrm>
            <a:off x="-2011680" y="-2011680"/>
            <a:ext cx="5486400" cy="5486400"/>
          </a:xfrm>
          <a:prstGeom prst="ellipse">
            <a:avLst/>
          </a:prstGeom>
          <a:solidFill>
            <a:srgbClr val="102A7A"/>
          </a:solidFill>
          <a:ln/>
        </p:spPr>
        <p:txBody>
          <a:bodyPr/>
          <a:lstStyle/>
          <a:p>
            <a:endParaRPr lang="en-US"/>
          </a:p>
        </p:txBody>
      </p:sp>
      <p:sp>
        <p:nvSpPr>
          <p:cNvPr id="4" name="Text 2"/>
          <p:cNvSpPr txBox="1"/>
          <p:nvPr/>
        </p:nvSpPr>
        <p:spPr>
          <a:xfrm>
            <a:off x="822960" y="2103120"/>
            <a:ext cx="10515600" cy="1005840"/>
          </a:xfrm>
          <a:prstGeom prst="rect">
            <a:avLst/>
          </a:prstGeom>
          <a:noFill/>
          <a:ln/>
        </p:spPr>
        <p:txBody>
          <a:bodyPr wrap="square" rtlCol="0" anchor="ctr"/>
          <a:lstStyle/>
          <a:p>
            <a:pPr marL="0" indent="0">
              <a:buNone/>
            </a:pPr>
            <a:r>
              <a:rPr lang="en-US" sz="4400" b="1" dirty="0">
                <a:solidFill>
                  <a:srgbClr val="FFFFFF"/>
                </a:solidFill>
                <a:latin typeface="Arial" pitchFamily="34" charset="0"/>
                <a:ea typeface="Arial" pitchFamily="34" charset="-122"/>
                <a:cs typeface="Arial" pitchFamily="34" charset="-120"/>
              </a:rPr>
              <a:t>Thank You</a:t>
            </a:r>
            <a:endParaRPr lang="en-US" sz="4400" dirty="0"/>
          </a:p>
        </p:txBody>
      </p:sp>
      <p:sp>
        <p:nvSpPr>
          <p:cNvPr id="5" name="Text 3"/>
          <p:cNvSpPr txBox="1"/>
          <p:nvPr/>
        </p:nvSpPr>
        <p:spPr>
          <a:xfrm>
            <a:off x="841248" y="3063240"/>
            <a:ext cx="9144000" cy="457200"/>
          </a:xfrm>
          <a:prstGeom prst="rect">
            <a:avLst/>
          </a:prstGeom>
          <a:noFill/>
          <a:ln/>
        </p:spPr>
        <p:txBody>
          <a:bodyPr wrap="square" rtlCol="0" anchor="ctr"/>
          <a:lstStyle/>
          <a:p>
            <a:pPr marL="0" indent="0">
              <a:buNone/>
            </a:pPr>
            <a:r>
              <a:rPr lang="en-US" sz="2400" b="1" i="1" dirty="0">
                <a:solidFill>
                  <a:srgbClr val="CBD8F5"/>
                </a:solidFill>
                <a:latin typeface="Arial" pitchFamily="34" charset="0"/>
                <a:ea typeface="Arial" pitchFamily="34" charset="-122"/>
                <a:cs typeface="Arial" pitchFamily="34" charset="-120"/>
              </a:rPr>
              <a:t>Open for questions and feedback from the committee</a:t>
            </a:r>
            <a:endParaRPr lang="en-US" sz="2400" b="1" dirty="0"/>
          </a:p>
        </p:txBody>
      </p:sp>
      <p:sp>
        <p:nvSpPr>
          <p:cNvPr id="6" name="Shape 4"/>
          <p:cNvSpPr/>
          <p:nvPr/>
        </p:nvSpPr>
        <p:spPr>
          <a:xfrm>
            <a:off x="841248" y="3794760"/>
            <a:ext cx="6675120" cy="548640"/>
          </a:xfrm>
          <a:prstGeom prst="roundRect">
            <a:avLst>
              <a:gd name="adj" fmla="val 50000"/>
            </a:avLst>
          </a:prstGeom>
          <a:solidFill>
            <a:srgbClr val="102A7A"/>
          </a:solidFill>
          <a:ln w="12700">
            <a:solidFill>
              <a:srgbClr val="00B3E3"/>
            </a:solidFill>
            <a:prstDash val="solid"/>
          </a:ln>
        </p:spPr>
        <p:txBody>
          <a:bodyPr/>
          <a:lstStyle/>
          <a:p>
            <a:endParaRPr lang="en-US"/>
          </a:p>
        </p:txBody>
      </p:sp>
      <p:sp>
        <p:nvSpPr>
          <p:cNvPr id="7" name="Text 5"/>
          <p:cNvSpPr txBox="1"/>
          <p:nvPr/>
        </p:nvSpPr>
        <p:spPr>
          <a:xfrm>
            <a:off x="841248" y="3794760"/>
            <a:ext cx="6675120" cy="548640"/>
          </a:xfrm>
          <a:prstGeom prst="rect">
            <a:avLst/>
          </a:prstGeom>
          <a:noFill/>
          <a:ln/>
        </p:spPr>
        <p:txBody>
          <a:bodyPr wrap="square" lIns="0" tIns="0" rIns="0" bIns="0" rtlCol="0" anchor="ctr"/>
          <a:lstStyle/>
          <a:p>
            <a:pPr marL="0" indent="0" algn="ctr">
              <a:buNone/>
            </a:pPr>
            <a:r>
              <a:rPr lang="en-US" sz="1200" b="1" dirty="0">
                <a:solidFill>
                  <a:schemeClr val="bg1"/>
                </a:solidFill>
                <a:latin typeface="Arial" pitchFamily="34" charset="0"/>
                <a:ea typeface="Arial" pitchFamily="34" charset="-122"/>
                <a:cs typeface="Arial" pitchFamily="34" charset="-120"/>
              </a:rPr>
              <a:t>Live Demo   ·   traffic-volume-production.up.railway.app/#simulator</a:t>
            </a:r>
            <a:endParaRPr lang="en-US" sz="1200" dirty="0">
              <a:solidFill>
                <a:schemeClr val="bg1"/>
              </a:solidFill>
            </a:endParaRPr>
          </a:p>
        </p:txBody>
      </p:sp>
      <p:sp>
        <p:nvSpPr>
          <p:cNvPr id="8" name="Shape 6"/>
          <p:cNvSpPr/>
          <p:nvPr/>
        </p:nvSpPr>
        <p:spPr>
          <a:xfrm>
            <a:off x="841248" y="4507992"/>
            <a:ext cx="6675120" cy="548640"/>
          </a:xfrm>
          <a:prstGeom prst="roundRect">
            <a:avLst>
              <a:gd name="adj" fmla="val 50000"/>
            </a:avLst>
          </a:prstGeom>
          <a:solidFill>
            <a:srgbClr val="102A7A"/>
          </a:solidFill>
          <a:ln w="12700">
            <a:solidFill>
              <a:srgbClr val="00B3E3"/>
            </a:solidFill>
            <a:prstDash val="solid"/>
          </a:ln>
        </p:spPr>
        <p:txBody>
          <a:bodyPr/>
          <a:lstStyle/>
          <a:p>
            <a:endParaRPr lang="en-US"/>
          </a:p>
        </p:txBody>
      </p:sp>
      <p:sp>
        <p:nvSpPr>
          <p:cNvPr id="9" name="Text 7"/>
          <p:cNvSpPr txBox="1"/>
          <p:nvPr/>
        </p:nvSpPr>
        <p:spPr>
          <a:xfrm>
            <a:off x="841248" y="4507992"/>
            <a:ext cx="6675120" cy="548640"/>
          </a:xfrm>
          <a:prstGeom prst="rect">
            <a:avLst/>
          </a:prstGeom>
          <a:noFill/>
          <a:ln/>
        </p:spPr>
        <p:txBody>
          <a:bodyPr wrap="square" lIns="0" tIns="0" rIns="0" bIns="0" rtlCol="0" anchor="ctr"/>
          <a:lstStyle/>
          <a:p>
            <a:pPr marL="0" indent="0" algn="ctr">
              <a:buNone/>
            </a:pPr>
            <a:r>
              <a:rPr lang="en-US" sz="1200" b="1" dirty="0">
                <a:solidFill>
                  <a:schemeClr val="bg1"/>
                </a:solidFill>
                <a:latin typeface="Arial" pitchFamily="34" charset="0"/>
                <a:ea typeface="Arial" pitchFamily="34" charset="-122"/>
                <a:cs typeface="Arial" pitchFamily="34" charset="-120"/>
              </a:rPr>
              <a:t>Source Code   ·   github.com/AbdoTechno/Traffic-Volume</a:t>
            </a:r>
            <a:endParaRPr lang="en-US" sz="1200" dirty="0">
              <a:solidFill>
                <a:schemeClr val="bg1"/>
              </a:solidFill>
            </a:endParaRPr>
          </a:p>
        </p:txBody>
      </p:sp>
      <p:sp>
        <p:nvSpPr>
          <p:cNvPr id="12" name="Text 28">
            <a:extLst>
              <a:ext uri="{FF2B5EF4-FFF2-40B4-BE49-F238E27FC236}">
                <a16:creationId xmlns:a16="http://schemas.microsoft.com/office/drawing/2014/main" id="{806A75A9-B848-7B58-3C8C-F7225F04F037}"/>
              </a:ext>
            </a:extLst>
          </p:cNvPr>
          <p:cNvSpPr txBox="1"/>
          <p:nvPr/>
        </p:nvSpPr>
        <p:spPr>
          <a:xfrm>
            <a:off x="310896" y="6375291"/>
            <a:ext cx="5486400" cy="237744"/>
          </a:xfrm>
          <a:prstGeom prst="rect">
            <a:avLst/>
          </a:prstGeom>
          <a:noFill/>
          <a:ln/>
        </p:spPr>
        <p:txBody>
          <a:bodyPr wrap="square" rtlCol="0" anchor="ctr"/>
          <a:lstStyle/>
          <a:p>
            <a:pPr>
              <a:lnSpc>
                <a:spcPts val="1560"/>
              </a:lnSpc>
            </a:pPr>
            <a:r>
              <a:rPr lang="en-US" sz="900" dirty="0">
                <a:solidFill>
                  <a:schemeClr val="bg1"/>
                </a:solidFill>
                <a:latin typeface="Arial MT Pro"/>
                <a:ea typeface="Arial MT Pro"/>
                <a:cs typeface="Arial MT Pro"/>
                <a:sym typeface="Arial MT Pro"/>
              </a:rPr>
              <a:t>Samsung Innovation Campus</a:t>
            </a:r>
          </a:p>
        </p:txBody>
      </p:sp>
      <p:sp>
        <p:nvSpPr>
          <p:cNvPr id="14" name="AutoShape 4">
            <a:extLst>
              <a:ext uri="{FF2B5EF4-FFF2-40B4-BE49-F238E27FC236}">
                <a16:creationId xmlns:a16="http://schemas.microsoft.com/office/drawing/2014/main" id="{644CC0D5-C658-B6A8-D892-CC1CB1412D4E}"/>
              </a:ext>
            </a:extLst>
          </p:cNvPr>
          <p:cNvSpPr/>
          <p:nvPr/>
        </p:nvSpPr>
        <p:spPr>
          <a:xfrm rot="3727" flipV="1">
            <a:off x="457203" y="6207894"/>
            <a:ext cx="10360146" cy="11912"/>
          </a:xfrm>
          <a:prstGeom prst="line">
            <a:avLst/>
          </a:prstGeom>
          <a:ln w="9525" cap="rnd">
            <a:solidFill>
              <a:srgbClr val="BFBFBF"/>
            </a:solidFill>
            <a:prstDash val="solid"/>
            <a:headEnd type="none" w="sm" len="sm"/>
            <a:tailEnd type="none" w="sm" len="sm"/>
          </a:ln>
        </p:spPr>
        <p:txBody>
          <a:bodyPr/>
          <a:lstStyle/>
          <a:p>
            <a:endParaRPr lang="en-US" dirty="0"/>
          </a:p>
        </p:txBody>
      </p:sp>
      <p:sp>
        <p:nvSpPr>
          <p:cNvPr id="3" name="Shape 1"/>
          <p:cNvSpPr/>
          <p:nvPr/>
        </p:nvSpPr>
        <p:spPr>
          <a:xfrm>
            <a:off x="9875520" y="4389120"/>
            <a:ext cx="4023360" cy="4023360"/>
          </a:xfrm>
          <a:prstGeom prst="ellipse">
            <a:avLst/>
          </a:prstGeom>
          <a:solidFill>
            <a:srgbClr val="102A7A"/>
          </a:solidFill>
          <a:ln/>
        </p:spPr>
        <p:txBody>
          <a:bodyPr/>
          <a:lstStyle/>
          <a:p>
            <a:endParaRPr lang="en-US"/>
          </a:p>
        </p:txBody>
      </p:sp>
    </p:spTree>
  </p:cSld>
  <p:clrMapOvr>
    <a:masterClrMapping/>
  </p:clrMapOvr>
  <mc:AlternateContent xmlns:mc="http://schemas.openxmlformats.org/markup-compatibility/2006">
    <mc:Choice xmlns:p159="http://schemas.microsoft.com/office/powerpoint/2015/09/main" Requires="p159">
      <p:transition xmlns:p14="http://schemas.microsoft.com/office/powerpoint/2010/main" spd="slow" p14:dur="2000">
        <p159:morph option="byObject"/>
      </p:transition>
    </mc:Choice>
    <mc:Fallback>
      <p:transition spd="slow">
        <p:fade/>
      </p:transition>
    </mc:Fallback>
  </mc:AlternateContent>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2.xml><?xml version="1.0" encoding="utf-8"?>
<a:theme xmlns:a="http://schemas.openxmlformats.org/drawingml/2006/main" name="Dune">
  <a:themeElements>
    <a:clrScheme name="Dune">
      <a:dk1>
        <a:srgbClr val="131313"/>
      </a:dk1>
      <a:lt1>
        <a:sysClr val="window" lastClr="FFFFFF"/>
      </a:lt1>
      <a:dk2>
        <a:srgbClr val="272D2B"/>
      </a:dk2>
      <a:lt2>
        <a:srgbClr val="F0EDE6"/>
      </a:lt2>
      <a:accent1>
        <a:srgbClr val="647E6B"/>
      </a:accent1>
      <a:accent2>
        <a:srgbClr val="476262"/>
      </a:accent2>
      <a:accent3>
        <a:srgbClr val="9B8C69"/>
      </a:accent3>
      <a:accent4>
        <a:srgbClr val="BA988C"/>
      </a:accent4>
      <a:accent5>
        <a:srgbClr val="A27C7C"/>
      </a:accent5>
      <a:accent6>
        <a:srgbClr val="79958B"/>
      </a:accent6>
      <a:hlink>
        <a:srgbClr val="476262"/>
      </a:hlink>
      <a:folHlink>
        <a:srgbClr val="A27C7C"/>
      </a:folHlink>
    </a:clrScheme>
    <a:fontScheme name="Neue Haas">
      <a:majorFont>
        <a:latin typeface="Neue Haas Grotesk Text Pro"/>
        <a:ea typeface=""/>
        <a:cs typeface=""/>
      </a:majorFont>
      <a:minorFont>
        <a:latin typeface="Neue Haas Grotesk Text Pro"/>
        <a:ea typeface=""/>
        <a:cs typeface=""/>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Dune" id="{7A434096-21D7-44B8-8536-5670F4990977}" vid="{9E2B180D-3A1B-4983-B64A-9C133C18DC91}"/>
    </a:ext>
  </a:extLst>
</a:theme>
</file>

<file path=ppt/theme/theme3.xml><?xml version="1.0" encoding="utf-8"?>
<a:theme xmlns:a="http://schemas.openxmlformats.org/drawingml/2006/main" name="Office Theme">
  <a:themeElements>
    <a:clrScheme name="Office">
      <a:dk1>
        <a:sysClr val="windowText" lastClr="000000"/>
      </a:dk1>
      <a:lt1>
        <a:sysClr val="window" lastClr="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Aptos Display" panose="0211000402020202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Aptos" panose="0211000402020202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12700" cap="flat" cmpd="sng" algn="ctr">
          <a:solidFill>
            <a:schemeClr val="phClr"/>
          </a:solidFill>
          <a:prstDash val="solid"/>
          <a:miter lim="800000"/>
        </a:ln>
        <a:ln w="19050" cap="flat" cmpd="sng" algn="ctr">
          <a:solidFill>
            <a:schemeClr val="phClr"/>
          </a:solidFill>
          <a:prstDash val="solid"/>
          <a:miter lim="800000"/>
        </a:ln>
        <a:ln w="2540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lnDef>
      <a:spPr/>
      <a:bodyPr/>
      <a:lstStyle/>
      <a:style>
        <a:lnRef idx="2">
          <a:schemeClr val="accent1"/>
        </a:lnRef>
        <a:fillRef idx="0">
          <a:schemeClr val="accent1"/>
        </a:fillRef>
        <a:effectRef idx="1">
          <a:schemeClr val="accent1"/>
        </a:effectRef>
        <a:fontRef idx="minor">
          <a:schemeClr val="tx1"/>
        </a:fontRef>
      </a:style>
    </a:lnDef>
  </a:objectDefaults>
  <a:extraClrSchemeLst/>
  <a:extLst>
    <a:ext uri="{05A4C25C-085E-4340-85A3-A5531E510DB2}">
      <thm15:themeFamily xmlns:thm15="http://schemas.microsoft.com/office/thememl/2012/main" name="Office Theme" id="{2E142A2C-CD16-42D6-873A-C26D2A0506FA}" vid="{1BDDFF52-6CD6-40A5-AB3C-68EB2F1E4D0A}"/>
    </a:ext>
  </a:extLst>
</a:theme>
</file>

<file path=docProps/app.xml><?xml version="1.0" encoding="utf-8"?>
<Properties xmlns="http://schemas.openxmlformats.org/officeDocument/2006/extended-properties" xmlns:vt="http://schemas.openxmlformats.org/officeDocument/2006/docPropsVTypes">
  <TotalTime>275</TotalTime>
  <Words>2176</Words>
  <Application>Microsoft Office PowerPoint</Application>
  <PresentationFormat>Widescreen</PresentationFormat>
  <Paragraphs>305</Paragraphs>
  <Slides>18</Slides>
  <Notes>18</Notes>
  <HiddenSlides>0</HiddenSlides>
  <MMClips>0</MMClips>
  <ScaleCrop>false</ScaleCrop>
  <HeadingPairs>
    <vt:vector size="6" baseType="variant">
      <vt:variant>
        <vt:lpstr>Fonts Used</vt:lpstr>
      </vt:variant>
      <vt:variant>
        <vt:i4>6</vt:i4>
      </vt:variant>
      <vt:variant>
        <vt:lpstr>Theme</vt:lpstr>
      </vt:variant>
      <vt:variant>
        <vt:i4>2</vt:i4>
      </vt:variant>
      <vt:variant>
        <vt:lpstr>Slide Titles</vt:lpstr>
      </vt:variant>
      <vt:variant>
        <vt:i4>18</vt:i4>
      </vt:variant>
    </vt:vector>
  </HeadingPairs>
  <TitlesOfParts>
    <vt:vector size="26" baseType="lpstr">
      <vt:lpstr>Aptos</vt:lpstr>
      <vt:lpstr>Arial</vt:lpstr>
      <vt:lpstr>Arial MT Pro</vt:lpstr>
      <vt:lpstr>Courier New</vt:lpstr>
      <vt:lpstr>Montserrat</vt:lpstr>
      <vt:lpstr>Neue Haas Grotesk Text Pro</vt:lpstr>
      <vt:lpstr>Office Theme</vt:lpstr>
      <vt:lpstr>Dune</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vector>
  </TitlesOfParts>
  <Company>SIC - AI and Data Science Track</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PptxGenJS Presentation</dc:title>
  <dc:subject>PptxGenJS Presentation</dc:subject>
  <dc:creator>Team 1</dc:creator>
  <cp:lastModifiedBy>Abdulrahman Al-Shennawy Abduljawad</cp:lastModifiedBy>
  <cp:revision>6</cp:revision>
  <dcterms:created xsi:type="dcterms:W3CDTF">2026-09-01T21:36:21Z</dcterms:created>
  <dcterms:modified xsi:type="dcterms:W3CDTF">2026-09-02T20:05:04Z</dcterms:modified>
</cp:coreProperties>
</file>